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49" r:id="rId4"/>
  </p:sldMasterIdLst>
  <p:notesMasterIdLst>
    <p:notesMasterId r:id="rId5"/>
  </p:notesMasterIdLst>
  <p:handoutMasterIdLst>
    <p:handoutMasterId r:id="rId6"/>
  </p:handoutMasterIdLst>
  <p:sldSz cx="24384000" cy="13716000"/>
  <p:notesSz cx="6858000" cy="9144000"/>
  <p:custDataLst>
    <p:tags r:id="rId7"/>
  </p:custDataLst>
  <p:defaultTextStyle>
    <a:defPPr>
      <a:defRPr lang="en-US"/>
    </a:defPPr>
    <a:lvl1pPr marL="0" algn="l" defTabSz="709467" rtl="0" eaLnBrk="1" latinLnBrk="0" hangingPunct="1">
      <a:defRPr sz="1397" kern="1200">
        <a:solidFill>
          <a:schemeClr val="tx1"/>
        </a:solidFill>
        <a:latin typeface="+mn-lt"/>
        <a:ea typeface="+mn-ea"/>
        <a:cs typeface="+mn-cs"/>
      </a:defRPr>
    </a:lvl1pPr>
    <a:lvl2pPr marL="354734" algn="l" defTabSz="709467" rtl="0" eaLnBrk="1" latinLnBrk="0" hangingPunct="1">
      <a:defRPr sz="1397" kern="1200">
        <a:solidFill>
          <a:schemeClr val="tx1"/>
        </a:solidFill>
        <a:latin typeface="+mn-lt"/>
        <a:ea typeface="+mn-ea"/>
        <a:cs typeface="+mn-cs"/>
      </a:defRPr>
    </a:lvl2pPr>
    <a:lvl3pPr marL="709467" algn="l" defTabSz="709467" rtl="0" eaLnBrk="1" latinLnBrk="0" hangingPunct="1">
      <a:defRPr sz="1397" kern="1200">
        <a:solidFill>
          <a:schemeClr val="tx1"/>
        </a:solidFill>
        <a:latin typeface="+mn-lt"/>
        <a:ea typeface="+mn-ea"/>
        <a:cs typeface="+mn-cs"/>
      </a:defRPr>
    </a:lvl3pPr>
    <a:lvl4pPr marL="1064200" algn="l" defTabSz="709467" rtl="0" eaLnBrk="1" latinLnBrk="0" hangingPunct="1">
      <a:defRPr sz="1397" kern="1200">
        <a:solidFill>
          <a:schemeClr val="tx1"/>
        </a:solidFill>
        <a:latin typeface="+mn-lt"/>
        <a:ea typeface="+mn-ea"/>
        <a:cs typeface="+mn-cs"/>
      </a:defRPr>
    </a:lvl4pPr>
    <a:lvl5pPr marL="1418933" algn="l" defTabSz="709467" rtl="0" eaLnBrk="1" latinLnBrk="0" hangingPunct="1">
      <a:defRPr sz="1397" kern="1200">
        <a:solidFill>
          <a:schemeClr val="tx1"/>
        </a:solidFill>
        <a:latin typeface="+mn-lt"/>
        <a:ea typeface="+mn-ea"/>
        <a:cs typeface="+mn-cs"/>
      </a:defRPr>
    </a:lvl5pPr>
    <a:lvl6pPr marL="1773667" algn="l" defTabSz="709467" rtl="0" eaLnBrk="1" latinLnBrk="0" hangingPunct="1">
      <a:defRPr sz="1397" kern="1200">
        <a:solidFill>
          <a:schemeClr val="tx1"/>
        </a:solidFill>
        <a:latin typeface="+mn-lt"/>
        <a:ea typeface="+mn-ea"/>
        <a:cs typeface="+mn-cs"/>
      </a:defRPr>
    </a:lvl6pPr>
    <a:lvl7pPr marL="2128400" algn="l" defTabSz="709467" rtl="0" eaLnBrk="1" latinLnBrk="0" hangingPunct="1">
      <a:defRPr sz="1397" kern="1200">
        <a:solidFill>
          <a:schemeClr val="tx1"/>
        </a:solidFill>
        <a:latin typeface="+mn-lt"/>
        <a:ea typeface="+mn-ea"/>
        <a:cs typeface="+mn-cs"/>
      </a:defRPr>
    </a:lvl7pPr>
    <a:lvl8pPr marL="2483133" algn="l" defTabSz="709467" rtl="0" eaLnBrk="1" latinLnBrk="0" hangingPunct="1">
      <a:defRPr sz="1397" kern="1200">
        <a:solidFill>
          <a:schemeClr val="tx1"/>
        </a:solidFill>
        <a:latin typeface="+mn-lt"/>
        <a:ea typeface="+mn-ea"/>
        <a:cs typeface="+mn-cs"/>
      </a:defRPr>
    </a:lvl8pPr>
    <a:lvl9pPr marL="2837867" algn="l" defTabSz="709467" rtl="0" eaLnBrk="1" latinLnBrk="0" hangingPunct="1">
      <a:defRPr sz="1397" kern="1200">
        <a:solidFill>
          <a:schemeClr val="tx1"/>
        </a:solidFill>
        <a:latin typeface="+mn-lt"/>
        <a:ea typeface="+mn-ea"/>
        <a:cs typeface="+mn-cs"/>
      </a:defRPr>
    </a:lvl9pPr>
  </p:defaultTextStyle>
  <p:extLst>
    <p:ext uri="{EFAFB233-063F-42B5-8137-9DF3F51BA10A}">
      <p15:sldGuideLst xmlns:p15="http://schemas.microsoft.com/office/powerpoint/2012/main">
        <p15:guide id="1" pos="13968" userDrawn="1">
          <p15:clr>
            <a:srgbClr val="A4A3A4"/>
          </p15:clr>
        </p15:guide>
        <p15:guide id="2" pos="14856" userDrawn="1">
          <p15:clr>
            <a:srgbClr val="A4A3A4"/>
          </p15:clr>
        </p15:guide>
        <p15:guide id="3" orient="horz" pos="7176" userDrawn="1">
          <p15:clr>
            <a:srgbClr val="A4A3A4"/>
          </p15:clr>
        </p15:guide>
        <p15:guide id="4" orient="horz" pos="8136" userDrawn="1">
          <p15:clr>
            <a:srgbClr val="A4A3A4"/>
          </p15:clr>
        </p15:guide>
        <p15:guide id="5" pos="1454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817E331-19D0-EAC0-B115-3F85200D6E05}" name="AFRAA FAHAD J A AL-KUWARI" initials="AF" userId="S::AFKUWARI@CGB.Gov.qa::10e4c356-446b-47a7-a16b-c4e87fc688e9" providerId="AD"/>
  <p188:author id="{D0A4ED38-AF72-3E16-65D0-4D907910101A}" name="NOOF HASSAN A A AL-MUTAWA" initials="NH" userId="S::NMUTAWA@CGB.gov.qa::2f89c0cf-b6e4-4c1a-b4e0-5f8dde14b5b2" providerId="AD"/>
  <p188:author id="{E8EB099E-DA26-4590-8E54-63FBDF36984F}" name="Rashid Mohammed Al-Mannai" initials="RM" userId="S::RALMANNAI@CGB.Gov.qa::bf893fb7-159e-42e6-b999-3a14714e7280" providerId="AD"/>
  <p188:author id="{5D7396A0-F43F-586A-2916-B9AC19F6A29C}" name="Momin Alnunu" initials="MA" userId="S::Momin.Alnunu@qa.ey.com::ffddaa57-9a32-45c8-82f9-35a2c9253073" providerId="AD"/>
  <p188:author id="{E9B79BC3-FF57-8A11-B988-2396DF7F2BBF}" name="Rashid Al-Mannai" initials="RA" userId="bf1ee08afb57d96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8A1538"/>
    <a:srgbClr val="9E3D5A"/>
    <a:srgbClr val="F2F2F2"/>
    <a:srgbClr val="3EAD92"/>
    <a:srgbClr val="FFFFFF"/>
    <a:srgbClr val="90343D"/>
    <a:srgbClr val="8C333B"/>
    <a:srgbClr val="B2B2B2"/>
    <a:srgbClr val="9A9A9A"/>
    <a:srgbClr val="129B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E05CE8-39A7-40A0-9BE4-574B928E1984}" v="804" dt="2025-06-01T19:40:00.768"/>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8F44A2F1-9E1F-4B54-A3A2-5F16C0AD49E2}" styleName="">
    <a:tblBg/>
    <a:wholeTbl>
      <a:tcTxStyle b="off" i="off">
        <a:fontRef idx="minor">
          <a:srgbClr val="000000"/>
        </a:fontRef>
        <a:srgbClr val="000000"/>
      </a:tcTxStyle>
      <a:tcStyle>
        <a:tcBdr>
          <a:left>
            <a:ln w="12700" cap="flat">
              <a:solidFill>
                <a:srgbClr val="3797C6"/>
              </a:solidFill>
              <a:prstDash val="solid"/>
              <a:miter lim="400000"/>
            </a:ln>
          </a:left>
          <a:right>
            <a:ln w="12700" cap="flat">
              <a:solidFill>
                <a:srgbClr val="3797C6"/>
              </a:solidFill>
              <a:prstDash val="solid"/>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25400" cap="flat">
              <a:solidFill>
                <a:srgbClr val="3797C6"/>
              </a:solidFill>
              <a:prstDash val="solid"/>
              <a:miter lim="400000"/>
            </a:ln>
          </a:left>
          <a:right>
            <a:ln w="12700" cap="flat">
              <a:noFill/>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25400" cap="flat">
              <a:solidFill>
                <a:srgbClr val="3797C6"/>
              </a:solidFill>
              <a:prstDash val="solid"/>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solidFill>
                <a:srgbClr val="3797C6"/>
              </a:solidFill>
              <a:prstDash val="solid"/>
              <a:miter lim="400000"/>
            </a:ln>
          </a:left>
          <a:right>
            <a:ln w="12700" cap="flat">
              <a:solidFill>
                <a:srgbClr val="3797C6"/>
              </a:solidFill>
              <a:prstDash val="solid"/>
              <a:miter lim="400000"/>
            </a:ln>
          </a:right>
          <a:top>
            <a:ln w="25400" cap="flat">
              <a:solidFill>
                <a:srgbClr val="3797C6"/>
              </a:solidFill>
              <a:prstDash val="solid"/>
              <a:miter lim="400000"/>
            </a:ln>
          </a:top>
          <a:bottom>
            <a:ln w="12700" cap="flat">
              <a:noFill/>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42" autoAdjust="0"/>
    <p:restoredTop sz="95033" autoAdjust="0"/>
  </p:normalViewPr>
  <p:slideViewPr>
    <p:cSldViewPr snapToGrid="0">
      <p:cViewPr varScale="1">
        <p:scale>
          <a:sx n="32" d="100"/>
          <a:sy n="32" d="100"/>
        </p:scale>
        <p:origin x="528" y="36"/>
      </p:cViewPr>
      <p:guideLst>
        <p:guide pos="13968"/>
        <p:guide pos="14856"/>
        <p:guide orient="horz" pos="7176"/>
        <p:guide orient="horz" pos="8136"/>
        <p:guide pos="14544"/>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3516"/>
    </p:cViewPr>
  </p:sorterViewPr>
  <p:notesViewPr>
    <p:cSldViewPr snapToGrid="0">
      <p:cViewPr>
        <p:scale>
          <a:sx n="1" d="2"/>
          <a:sy n="1" d="2"/>
        </p:scale>
        <p:origin x="3882" y="10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tags" Target="tags/tag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12EE85-0FC5-4D27-B855-161392D46C0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QA"/>
          </a:p>
        </p:txBody>
      </p:sp>
      <p:sp>
        <p:nvSpPr>
          <p:cNvPr id="3" name="Date Placeholder 2">
            <a:extLst>
              <a:ext uri="{FF2B5EF4-FFF2-40B4-BE49-F238E27FC236}">
                <a16:creationId xmlns:a16="http://schemas.microsoft.com/office/drawing/2014/main" id="{24AF67A0-5A45-D75C-4CCD-07CF0D0B5AE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77A18B9-E450-2A45-BFC5-5CE743E7CCEE}" type="datetimeFigureOut">
              <a:rPr lang="en-QA" smtClean="0"/>
              <a:t>12/31/2025</a:t>
            </a:fld>
            <a:endParaRPr lang="en-QA"/>
          </a:p>
        </p:txBody>
      </p:sp>
      <p:sp>
        <p:nvSpPr>
          <p:cNvPr id="4" name="Footer Placeholder 3">
            <a:extLst>
              <a:ext uri="{FF2B5EF4-FFF2-40B4-BE49-F238E27FC236}">
                <a16:creationId xmlns:a16="http://schemas.microsoft.com/office/drawing/2014/main" id="{DE7B0B13-7F96-B76C-838A-3D24742A24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QA"/>
          </a:p>
        </p:txBody>
      </p:sp>
      <p:sp>
        <p:nvSpPr>
          <p:cNvPr id="5" name="Slide Number Placeholder 4">
            <a:extLst>
              <a:ext uri="{FF2B5EF4-FFF2-40B4-BE49-F238E27FC236}">
                <a16:creationId xmlns:a16="http://schemas.microsoft.com/office/drawing/2014/main" id="{58DC58FF-B37B-DBA5-7A4B-A0E25597579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6A8880F-A2FA-4543-B89D-3C0BC800186C}" type="slidenum">
              <a:rPr lang="en-QA" smtClean="0"/>
              <a:t>‹#›</a:t>
            </a:fld>
            <a:endParaRPr lang="en-QA"/>
          </a:p>
        </p:txBody>
      </p:sp>
    </p:spTree>
    <p:extLst>
      <p:ext uri="{BB962C8B-B14F-4D97-AF65-F5344CB8AC3E}">
        <p14:creationId xmlns:p14="http://schemas.microsoft.com/office/powerpoint/2010/main" val="68108624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9" name="Shape 1049"/>
          <p:cNvSpPr>
            <a:spLocks noGrp="1" noRot="1" noChangeAspect="1"/>
          </p:cNvSpPr>
          <p:nvPr>
            <p:ph type="sldImg"/>
          </p:nvPr>
        </p:nvSpPr>
        <p:spPr>
          <a:xfrm>
            <a:off x="1143000" y="685800"/>
            <a:ext cx="4572000" cy="3429000"/>
          </a:xfrm>
          <a:prstGeom prst="rect">
            <a:avLst/>
          </a:prstGeom>
        </p:spPr>
        <p:txBody>
          <a:bodyPr/>
          <a:lstStyle/>
          <a:p>
            <a:endParaRPr/>
          </a:p>
        </p:txBody>
      </p:sp>
      <p:sp>
        <p:nvSpPr>
          <p:cNvPr id="1050" name="Shape 1050"/>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788237488"/>
      </p:ext>
    </p:extLst>
  </p:cSld>
  <p:clrMap bg1="lt1" tx1="dk1" bg2="lt2" tx2="dk2" accent1="accent1" accent2="accent2" accent3="accent3" accent4="accent4" accent5="accent5" accent6="accent6" hlink="hlink" folHlink="folHlink"/>
  <p:hf hdr="0" ftr="0" dt="0"/>
  <p:notesStyle>
    <a:lvl1pPr defTabSz="457200" latinLnBrk="0">
      <a:defRPr sz="2200">
        <a:latin typeface="Calibri" panose="020F0502020204030204" pitchFamily="34" charset="0"/>
        <a:ea typeface="+mn-ea"/>
        <a:cs typeface="Calibri" panose="020F0502020204030204" pitchFamily="34" charset="0"/>
        <a:sym typeface="Calibri" panose="020F0502020204030204" pitchFamily="34" charset="0"/>
      </a:defRPr>
    </a:lvl1pPr>
    <a:lvl2pPr indent="228600" defTabSz="457200" latinLnBrk="0">
      <a:defRPr sz="2200">
        <a:latin typeface="Lucida Grande"/>
        <a:ea typeface="Lucida Grande"/>
        <a:cs typeface="Lucida Grande"/>
        <a:sym typeface="Lucida Grande"/>
      </a:defRPr>
    </a:lvl2pPr>
    <a:lvl3pPr indent="457200" defTabSz="457200" latinLnBrk="0">
      <a:defRPr sz="2200">
        <a:latin typeface="Lucida Grande"/>
        <a:ea typeface="Lucida Grande"/>
        <a:cs typeface="Lucida Grande"/>
        <a:sym typeface="Lucida Grande"/>
      </a:defRPr>
    </a:lvl3pPr>
    <a:lvl4pPr indent="685800" defTabSz="457200" latinLnBrk="0">
      <a:defRPr sz="2200">
        <a:latin typeface="Lucida Grande"/>
        <a:ea typeface="Lucida Grande"/>
        <a:cs typeface="Lucida Grande"/>
        <a:sym typeface="Lucida Grande"/>
      </a:defRPr>
    </a:lvl4pPr>
    <a:lvl5pPr indent="914400" defTabSz="457200" latinLnBrk="0">
      <a:defRPr sz="2200">
        <a:latin typeface="Lucida Grande"/>
        <a:ea typeface="Lucida Grande"/>
        <a:cs typeface="Lucida Grande"/>
        <a:sym typeface="Lucida Grande"/>
      </a:defRPr>
    </a:lvl5pPr>
    <a:lvl6pPr indent="1143000" defTabSz="457200" latinLnBrk="0">
      <a:defRPr sz="2200">
        <a:latin typeface="Lucida Grande"/>
        <a:ea typeface="Lucida Grande"/>
        <a:cs typeface="Lucida Grande"/>
        <a:sym typeface="Lucida Grande"/>
      </a:defRPr>
    </a:lvl6pPr>
    <a:lvl7pPr indent="1371600" defTabSz="457200" latinLnBrk="0">
      <a:defRPr sz="2200">
        <a:latin typeface="Lucida Grande"/>
        <a:ea typeface="Lucida Grande"/>
        <a:cs typeface="Lucida Grande"/>
        <a:sym typeface="Lucida Grande"/>
      </a:defRPr>
    </a:lvl7pPr>
    <a:lvl8pPr indent="1600200" defTabSz="457200" latinLnBrk="0">
      <a:defRPr sz="2200">
        <a:latin typeface="Lucida Grande"/>
        <a:ea typeface="Lucida Grande"/>
        <a:cs typeface="Lucida Grande"/>
        <a:sym typeface="Lucida Grande"/>
      </a:defRPr>
    </a:lvl8pPr>
    <a:lvl9pPr indent="1828800" defTabSz="457200" latinLnBrk="0">
      <a:defRPr sz="2200">
        <a:latin typeface="Lucida Grande"/>
        <a:ea typeface="Lucida Grande"/>
        <a:cs typeface="Lucida Grande"/>
        <a:sym typeface="Lucida Grand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mpetency_Layout">
    <p:spTree>
      <p:nvGrpSpPr>
        <p:cNvPr id="1" name=""/>
        <p:cNvGrpSpPr/>
        <p:nvPr/>
      </p:nvGrpSpPr>
      <p:grpSpPr>
        <a:xfrm>
          <a:off x="0" y="0"/>
          <a:ext cx="0" cy="0"/>
          <a:chOff x="0" y="0"/>
          <a:chExt cx="0" cy="0"/>
        </a:xfrm>
      </p:grpSpPr>
      <p:graphicFrame>
        <p:nvGraphicFramePr>
          <p:cNvPr id="7" name="Header_Table">
            <a:extLst>
              <a:ext uri="{FF2B5EF4-FFF2-40B4-BE49-F238E27FC236}">
                <a16:creationId xmlns:a16="http://schemas.microsoft.com/office/drawing/2014/main" id="{D40FEFC2-CC95-00BE-CDEC-C6B1F25667F5}"/>
              </a:ext>
            </a:extLst>
          </p:cNvPr>
          <p:cNvGraphicFramePr>
            <a:graphicFrameLocks/>
          </p:cNvGraphicFramePr>
          <p:nvPr userDrawn="1">
            <p:extLst>
              <p:ext uri="{D42A27DB-BD31-4B8C-83A1-F6EECF244321}">
                <p14:modId xmlns:p14="http://schemas.microsoft.com/office/powerpoint/2010/main" val="2114318645"/>
              </p:ext>
            </p:extLst>
          </p:nvPr>
        </p:nvGraphicFramePr>
        <p:xfrm>
          <a:off x="539750" y="208673"/>
          <a:ext cx="8700500" cy="2246092"/>
        </p:xfrm>
        <a:graphic>
          <a:graphicData uri="http://schemas.openxmlformats.org/drawingml/2006/table">
            <a:tbl>
              <a:tblPr firstRow="1" bandRow="1">
                <a:tableStyleId>{5940675A-B579-460E-94D1-54222C63F5DA}</a:tableStyleId>
              </a:tblPr>
              <a:tblGrid>
                <a:gridCol w="2351614">
                  <a:extLst>
                    <a:ext uri="{9D8B030D-6E8A-4147-A177-3AD203B41FA5}">
                      <a16:colId xmlns:a16="http://schemas.microsoft.com/office/drawing/2014/main" val="191467674"/>
                    </a:ext>
                  </a:extLst>
                </a:gridCol>
                <a:gridCol w="1454201">
                  <a:extLst>
                    <a:ext uri="{9D8B030D-6E8A-4147-A177-3AD203B41FA5}">
                      <a16:colId xmlns:a16="http://schemas.microsoft.com/office/drawing/2014/main" val="1276404741"/>
                    </a:ext>
                  </a:extLst>
                </a:gridCol>
                <a:gridCol w="2535027">
                  <a:extLst>
                    <a:ext uri="{9D8B030D-6E8A-4147-A177-3AD203B41FA5}">
                      <a16:colId xmlns:a16="http://schemas.microsoft.com/office/drawing/2014/main" val="762363816"/>
                    </a:ext>
                  </a:extLst>
                </a:gridCol>
                <a:gridCol w="2359658">
                  <a:extLst>
                    <a:ext uri="{9D8B030D-6E8A-4147-A177-3AD203B41FA5}">
                      <a16:colId xmlns:a16="http://schemas.microsoft.com/office/drawing/2014/main" val="1946947711"/>
                    </a:ext>
                  </a:extLst>
                </a:gridCol>
              </a:tblGrid>
              <a:tr h="1123046">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2800" b="0" i="0" u="none" strike="noStrike" kern="1200" cap="none" spc="0" normalizeH="0" baseline="0" dirty="0">
                        <a:ln>
                          <a:noFill/>
                        </a:ln>
                        <a:solidFill>
                          <a:srgbClr val="8A1538"/>
                        </a:solidFill>
                        <a:effectLst/>
                        <a:uLnTx/>
                        <a:uFillTx/>
                        <a:latin typeface="+mn-lt"/>
                        <a:ea typeface="+mn-ea"/>
                        <a:cs typeface="+mn-cs"/>
                        <a:sym typeface="Sakkal Majalla" panose="020F0502020204030204" pitchFamily="34" charset="0"/>
                      </a:endParaRPr>
                    </a:p>
                  </a:txBody>
                  <a:tcPr marL="0" marR="72000" anchor="ctr"/>
                </a:tc>
                <a:tc>
                  <a:txBody>
                    <a:bodyPr/>
                    <a:lstStyle/>
                    <a:p>
                      <a:pPr marL="0" marR="0" lvl="0" indent="0" algn="r" defTabSz="709467" rtl="1" eaLnBrk="1" fontAlgn="auto" latinLnBrk="0" hangingPunct="1">
                        <a:lnSpc>
                          <a:spcPct val="100000"/>
                        </a:lnSpc>
                        <a:spcBef>
                          <a:spcPts val="0"/>
                        </a:spcBef>
                        <a:spcAft>
                          <a:spcPts val="0"/>
                        </a:spcAft>
                        <a:buClrTx/>
                        <a:buSzTx/>
                        <a:buFontTx/>
                        <a:buNone/>
                        <a:tabLst/>
                        <a:defRPr/>
                      </a:pPr>
                      <a:r>
                        <a:rPr kumimoji="0" lang="ar" sz="2800" b="0" i="0" u="none" strike="noStrike" kern="1200" cap="none" spc="0" normalizeH="0" baseline="0" dirty="0">
                          <a:ln>
                            <a:noFill/>
                          </a:ln>
                          <a:solidFill>
                            <a:srgbClr val="FFFFFF"/>
                          </a:solidFill>
                          <a:effectLst/>
                          <a:uLnTx/>
                          <a:uFillTx/>
                          <a:latin typeface="+mn-lt"/>
                          <a:ea typeface="+mn-ea"/>
                          <a:cs typeface="+mn-cs"/>
                          <a:sym typeface="Sakkal Majalla" panose="020F0502020204030204" pitchFamily="34" charset="0"/>
                        </a:rPr>
                        <a:t>الكفاءة</a:t>
                      </a:r>
                    </a:p>
                  </a:txBody>
                  <a:tcPr anchor="ctr">
                    <a:solidFill>
                      <a:srgbClr val="90343D"/>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 sz="2800" b="0" i="0" u="none" strike="noStrike" kern="1200" cap="none" spc="0" normalizeH="0" baseline="0" dirty="0">
                        <a:ln>
                          <a:noFill/>
                        </a:ln>
                        <a:solidFill>
                          <a:srgbClr val="8A1538"/>
                        </a:solidFill>
                        <a:effectLst/>
                        <a:uLnTx/>
                        <a:uFillTx/>
                        <a:latin typeface="+mn-lt"/>
                        <a:ea typeface="+mn-ea"/>
                        <a:cs typeface="+mn-cs"/>
                        <a:sym typeface="Sakkal Majalla" panose="020F0502020204030204" pitchFamily="34" charset="0"/>
                      </a:endParaRPr>
                    </a:p>
                  </a:txBody>
                  <a:tcPr anchor="ctr"/>
                </a:tc>
                <a:tc>
                  <a:txBody>
                    <a:bodyPr/>
                    <a:lstStyle/>
                    <a:p>
                      <a:pPr marL="0" marR="0" lvl="0" indent="0" algn="r" defTabSz="709467" rtl="1" eaLnBrk="1" fontAlgn="auto" latinLnBrk="0" hangingPunct="1">
                        <a:lnSpc>
                          <a:spcPct val="100000"/>
                        </a:lnSpc>
                        <a:spcBef>
                          <a:spcPts val="0"/>
                        </a:spcBef>
                        <a:spcAft>
                          <a:spcPts val="0"/>
                        </a:spcAft>
                        <a:buClrTx/>
                        <a:buSzTx/>
                        <a:buFontTx/>
                        <a:buNone/>
                        <a:tabLst/>
                        <a:defRPr/>
                      </a:pPr>
                      <a:r>
                        <a:rPr kumimoji="0" lang="ar" sz="2800" b="0" i="0" u="none" strike="noStrike" kern="1200" cap="none" spc="0" normalizeH="0" baseline="0" dirty="0">
                          <a:ln>
                            <a:noFill/>
                          </a:ln>
                          <a:solidFill>
                            <a:srgbClr val="FFFFFF"/>
                          </a:solidFill>
                          <a:effectLst/>
                          <a:uLnTx/>
                          <a:uFillTx/>
                          <a:latin typeface="+mn-lt"/>
                          <a:ea typeface="+mn-ea"/>
                          <a:cs typeface="+mn-cs"/>
                          <a:sym typeface="Sakkal Majalla" panose="020F0502020204030204" pitchFamily="34" charset="0"/>
                        </a:rPr>
                        <a:t>نوع الكفاءة</a:t>
                      </a:r>
                    </a:p>
                  </a:txBody>
                  <a:tcPr anchor="ctr">
                    <a:solidFill>
                      <a:srgbClr val="90343D"/>
                    </a:solidFill>
                  </a:tcPr>
                </a:tc>
                <a:extLst>
                  <a:ext uri="{0D108BD9-81ED-4DB2-BD59-A6C34878D82A}">
                    <a16:rowId xmlns:a16="http://schemas.microsoft.com/office/drawing/2014/main" val="2084543526"/>
                  </a:ext>
                </a:extLst>
              </a:tr>
              <a:tr h="1123046">
                <a:tc>
                  <a:txBody>
                    <a:bodyPr/>
                    <a:lstStyle/>
                    <a:p>
                      <a:br>
                        <a:rPr lang="ar-QA" sz="2800" dirty="0"/>
                      </a:br>
                      <a:endParaRPr lang="ar" sz="2800" dirty="0">
                        <a:solidFill>
                          <a:srgbClr val="90343D"/>
                        </a:solidFill>
                        <a:latin typeface="+mn-lt"/>
                        <a:ea typeface="+mn-ea"/>
                        <a:cs typeface="+mn-cs"/>
                        <a:sym typeface="Sakkal Majalla" panose="020F0502020204030204" pitchFamily="34" charset="0"/>
                      </a:endParaRPr>
                    </a:p>
                  </a:txBody>
                  <a:tcPr anchor="ctr">
                    <a:noFill/>
                  </a:tcPr>
                </a:tc>
                <a:tc>
                  <a:txBody>
                    <a:bodyPr/>
                    <a:lstStyle/>
                    <a:p>
                      <a:pPr marL="0" marR="0" lvl="0" indent="0" algn="r" defTabSz="1828834" rtl="1" eaLnBrk="1" fontAlgn="auto" latinLnBrk="0" hangingPunct="1">
                        <a:lnSpc>
                          <a:spcPct val="100000"/>
                        </a:lnSpc>
                        <a:spcBef>
                          <a:spcPts val="0"/>
                        </a:spcBef>
                        <a:spcAft>
                          <a:spcPts val="0"/>
                        </a:spcAft>
                        <a:buClrTx/>
                        <a:buSzTx/>
                        <a:buFontTx/>
                        <a:buNone/>
                        <a:tabLst/>
                        <a:defRPr/>
                      </a:pPr>
                      <a:r>
                        <a:rPr lang="ar-QA" sz="2800" dirty="0">
                          <a:solidFill>
                            <a:schemeClr val="bg1"/>
                          </a:solidFill>
                          <a:latin typeface="+mn-lt"/>
                          <a:ea typeface="+mn-ea"/>
                          <a:cs typeface="+mn-cs"/>
                          <a:sym typeface="Sakkal Majalla" panose="020F0502020204030204" pitchFamily="34" charset="0"/>
                        </a:rPr>
                        <a:t>الإدارة </a:t>
                      </a:r>
                      <a:endParaRPr lang="ar" sz="2800" dirty="0">
                        <a:solidFill>
                          <a:schemeClr val="bg1"/>
                        </a:solidFill>
                        <a:latin typeface="+mn-lt"/>
                        <a:ea typeface="+mn-ea"/>
                        <a:cs typeface="+mn-cs"/>
                        <a:sym typeface="Sakkal Majalla" panose="020F0502020204030204" pitchFamily="34" charset="0"/>
                      </a:endParaRPr>
                    </a:p>
                  </a:txBody>
                  <a:tcPr anchor="ctr">
                    <a:solidFill>
                      <a:srgbClr val="90343D"/>
                    </a:solidFill>
                  </a:tcPr>
                </a:tc>
                <a:tc>
                  <a:txBody>
                    <a:bodyPr/>
                    <a:lstStyle/>
                    <a:p>
                      <a:pPr algn="r" rtl="1"/>
                      <a:endParaRPr lang="ar" sz="2800" b="0" i="0" u="none" baseline="0" dirty="0">
                        <a:solidFill>
                          <a:srgbClr val="90343D"/>
                        </a:solidFill>
                        <a:latin typeface="+mn-lt"/>
                        <a:ea typeface="+mn-ea"/>
                        <a:cs typeface="+mn-cs"/>
                      </a:endParaRPr>
                    </a:p>
                  </a:txBody>
                  <a:tcPr anchor="ctr">
                    <a:noFill/>
                  </a:tcPr>
                </a:tc>
                <a:tc>
                  <a:txBody>
                    <a:bodyPr/>
                    <a:lstStyle/>
                    <a:p>
                      <a:pPr algn="r" rtl="1"/>
                      <a:r>
                        <a:rPr lang="ar-QA" sz="2800" b="0" i="0" u="none" baseline="0" dirty="0">
                          <a:solidFill>
                            <a:schemeClr val="bg1"/>
                          </a:solidFill>
                          <a:latin typeface="+mn-lt"/>
                          <a:ea typeface="+mn-ea"/>
                          <a:cs typeface="+mn-cs"/>
                        </a:rPr>
                        <a:t>المجموعة النوعية </a:t>
                      </a:r>
                      <a:endParaRPr lang="ar" sz="2800" b="0" i="0" u="none" baseline="0" dirty="0">
                        <a:solidFill>
                          <a:schemeClr val="bg1"/>
                        </a:solidFill>
                        <a:latin typeface="+mn-lt"/>
                        <a:ea typeface="+mn-ea"/>
                        <a:cs typeface="+mn-cs"/>
                      </a:endParaRPr>
                    </a:p>
                  </a:txBody>
                  <a:tcPr anchor="ctr">
                    <a:solidFill>
                      <a:srgbClr val="90343D"/>
                    </a:solidFill>
                  </a:tcPr>
                </a:tc>
                <a:extLst>
                  <a:ext uri="{0D108BD9-81ED-4DB2-BD59-A6C34878D82A}">
                    <a16:rowId xmlns:a16="http://schemas.microsoft.com/office/drawing/2014/main" val="1304376667"/>
                  </a:ext>
                </a:extLst>
              </a:tr>
            </a:tbl>
          </a:graphicData>
        </a:graphic>
      </p:graphicFrame>
      <p:grpSp>
        <p:nvGrpSpPr>
          <p:cNvPr id="8" name="Main Description">
            <a:extLst>
              <a:ext uri="{FF2B5EF4-FFF2-40B4-BE49-F238E27FC236}">
                <a16:creationId xmlns:a16="http://schemas.microsoft.com/office/drawing/2014/main" id="{7AAA5D07-CEC9-0767-1C75-062E77D89C77}"/>
              </a:ext>
            </a:extLst>
          </p:cNvPr>
          <p:cNvGrpSpPr>
            <a:grpSpLocks/>
          </p:cNvGrpSpPr>
          <p:nvPr userDrawn="1"/>
        </p:nvGrpSpPr>
        <p:grpSpPr>
          <a:xfrm>
            <a:off x="530115" y="2678608"/>
            <a:ext cx="21794667" cy="1057984"/>
            <a:chOff x="1241426" y="2730926"/>
            <a:chExt cx="21092988" cy="1280160"/>
          </a:xfrm>
        </p:grpSpPr>
        <p:sp>
          <p:nvSpPr>
            <p:cNvPr id="9" name="TextBox 8">
              <a:extLst>
                <a:ext uri="{FF2B5EF4-FFF2-40B4-BE49-F238E27FC236}">
                  <a16:creationId xmlns:a16="http://schemas.microsoft.com/office/drawing/2014/main" id="{5B8173D6-ADC8-39E4-EF84-AE2B146C4A4D}"/>
                </a:ext>
              </a:extLst>
            </p:cNvPr>
            <p:cNvSpPr txBox="1">
              <a:spLocks/>
            </p:cNvSpPr>
            <p:nvPr/>
          </p:nvSpPr>
          <p:spPr>
            <a:xfrm flipH="1">
              <a:off x="1612897" y="2730926"/>
              <a:ext cx="20350041" cy="1280160"/>
            </a:xfrm>
            <a:prstGeom prst="rect">
              <a:avLst/>
            </a:prstGeom>
            <a:solidFill>
              <a:schemeClr val="bg1"/>
            </a:solidFill>
            <a:ln w="9525" cap="rnd" cmpd="sng" algn="ctr">
              <a:solidFill>
                <a:schemeClr val="tx2"/>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chorCtr="0">
              <a:noAutofit/>
            </a:bodyPr>
            <a:lstStyle/>
            <a:p>
              <a:pPr algn="ctr" defTabSz="914400" rtl="1" fontAlgn="ctr">
                <a:defRPr/>
              </a:pPr>
              <a:endParaRPr lang="ar" sz="3200" dirty="0">
                <a:solidFill>
                  <a:srgbClr val="8A1538"/>
                </a:solidFill>
                <a:sym typeface="Sakkal Majalla" panose="020F0502020204030204" pitchFamily="34" charset="0"/>
              </a:endParaRPr>
            </a:p>
          </p:txBody>
        </p:sp>
        <p:sp>
          <p:nvSpPr>
            <p:cNvPr id="10" name="Rectangle 9">
              <a:extLst>
                <a:ext uri="{FF2B5EF4-FFF2-40B4-BE49-F238E27FC236}">
                  <a16:creationId xmlns:a16="http://schemas.microsoft.com/office/drawing/2014/main" id="{B7504BDB-C832-990C-B214-39CCF3F68FCB}"/>
                </a:ext>
              </a:extLst>
            </p:cNvPr>
            <p:cNvSpPr>
              <a:spLocks/>
            </p:cNvSpPr>
            <p:nvPr/>
          </p:nvSpPr>
          <p:spPr>
            <a:xfrm flipH="1">
              <a:off x="1241426" y="2730926"/>
              <a:ext cx="371477" cy="1280160"/>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rtl="1">
                <a:defRPr/>
              </a:pPr>
              <a:endParaRPr lang="ar" sz="2800" err="1">
                <a:solidFill>
                  <a:srgbClr val="FFFFFF"/>
                </a:solidFill>
                <a:sym typeface="Sakkal Majalla" panose="020F0502020204030204" pitchFamily="34" charset="0"/>
              </a:endParaRPr>
            </a:p>
          </p:txBody>
        </p:sp>
        <p:sp>
          <p:nvSpPr>
            <p:cNvPr id="11" name="Rectangle 10">
              <a:extLst>
                <a:ext uri="{FF2B5EF4-FFF2-40B4-BE49-F238E27FC236}">
                  <a16:creationId xmlns:a16="http://schemas.microsoft.com/office/drawing/2014/main" id="{82082E0F-9CF3-F3BE-16E0-36615CC42187}"/>
                </a:ext>
              </a:extLst>
            </p:cNvPr>
            <p:cNvSpPr>
              <a:spLocks/>
            </p:cNvSpPr>
            <p:nvPr/>
          </p:nvSpPr>
          <p:spPr>
            <a:xfrm flipH="1">
              <a:off x="21962937" y="2730926"/>
              <a:ext cx="371477" cy="1280160"/>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rtl="1">
                <a:defRPr/>
              </a:pPr>
              <a:endParaRPr lang="ar" sz="2800" err="1">
                <a:solidFill>
                  <a:srgbClr val="FFFFFF"/>
                </a:solidFill>
                <a:sym typeface="Sakkal Majalla" panose="020F0502020204030204" pitchFamily="34" charset="0"/>
              </a:endParaRPr>
            </a:p>
          </p:txBody>
        </p:sp>
      </p:grpSp>
      <p:grpSp>
        <p:nvGrpSpPr>
          <p:cNvPr id="89" name="Main Table">
            <a:extLst>
              <a:ext uri="{FF2B5EF4-FFF2-40B4-BE49-F238E27FC236}">
                <a16:creationId xmlns:a16="http://schemas.microsoft.com/office/drawing/2014/main" id="{3B5FF9FF-8594-6ECF-8B7F-31181D9E4899}"/>
              </a:ext>
            </a:extLst>
          </p:cNvPr>
          <p:cNvGrpSpPr>
            <a:grpSpLocks/>
          </p:cNvGrpSpPr>
          <p:nvPr userDrawn="1"/>
        </p:nvGrpSpPr>
        <p:grpSpPr>
          <a:xfrm>
            <a:off x="539751" y="3965062"/>
            <a:ext cx="21794665" cy="8319646"/>
            <a:chOff x="539751" y="3965062"/>
            <a:chExt cx="21794665" cy="8319646"/>
          </a:xfrm>
        </p:grpSpPr>
        <p:sp>
          <p:nvSpPr>
            <p:cNvPr id="5" name="Round Same Side Corner Rectangle 106">
              <a:extLst>
                <a:ext uri="{FF2B5EF4-FFF2-40B4-BE49-F238E27FC236}">
                  <a16:creationId xmlns:a16="http://schemas.microsoft.com/office/drawing/2014/main" id="{E2F96C4B-A3F0-8A6D-398E-12810A2E434C}"/>
                </a:ext>
              </a:extLst>
            </p:cNvPr>
            <p:cNvSpPr>
              <a:spLocks/>
            </p:cNvSpPr>
            <p:nvPr userDrawn="1"/>
          </p:nvSpPr>
          <p:spPr bwMode="auto">
            <a:xfrm rot="5400000" flipH="1">
              <a:off x="7965911" y="-2134077"/>
              <a:ext cx="6942346" cy="21794665"/>
            </a:xfrm>
            <a:prstGeom prst="round2SameRect">
              <a:avLst>
                <a:gd name="adj1" fmla="val 1556"/>
                <a:gd name="adj2" fmla="val 0"/>
              </a:avLst>
            </a:prstGeom>
            <a:solidFill>
              <a:schemeClr val="tx2"/>
            </a:solidFill>
            <a:ln w="9525" cap="flat" cmpd="sng" algn="ctr">
              <a:solidFill>
                <a:schemeClr val="tx2"/>
              </a:solidFill>
              <a:prstDash val="solid"/>
              <a:miter lim="800000"/>
              <a:headEnd type="none" w="med" len="med"/>
              <a:tailEnd type="none" w="med" len="med"/>
            </a:ln>
            <a:effectLst/>
          </p:spPr>
          <p:txBody>
            <a:bodyPr vert="vert270" lIns="0" tIns="108000" rIns="0" bIns="0" anchor="ctr" anchorCtr="0"/>
            <a:lstStyle/>
            <a:p>
              <a:pPr algn="r" rtl="1">
                <a:defRPr/>
              </a:pPr>
              <a:endParaRPr lang="ar-AE" sz="3400" dirty="0">
                <a:solidFill>
                  <a:schemeClr val="bg1"/>
                </a:solidFill>
                <a:sym typeface="Sakkal Majalla" panose="020F0502020204030204" pitchFamily="34" charset="0"/>
              </a:endParaRPr>
            </a:p>
          </p:txBody>
        </p:sp>
        <p:sp>
          <p:nvSpPr>
            <p:cNvPr id="12" name="Rounded Rectangle 68">
              <a:extLst>
                <a:ext uri="{FF2B5EF4-FFF2-40B4-BE49-F238E27FC236}">
                  <a16:creationId xmlns:a16="http://schemas.microsoft.com/office/drawing/2014/main" id="{788EA377-D36D-63E9-0075-232B00F1702C}"/>
                </a:ext>
              </a:extLst>
            </p:cNvPr>
            <p:cNvSpPr>
              <a:spLocks/>
            </p:cNvSpPr>
            <p:nvPr userDrawn="1"/>
          </p:nvSpPr>
          <p:spPr>
            <a:xfrm flipH="1">
              <a:off x="5490902" y="4274564"/>
              <a:ext cx="4825194" cy="8010144"/>
            </a:xfrm>
            <a:prstGeom prst="rect">
              <a:avLst/>
            </a:prstGeom>
            <a:solidFill>
              <a:schemeClr val="bg1"/>
            </a:solidFill>
            <a:ln w="3175" cap="rnd" cmpd="sng" algn="ctr">
              <a:solidFill>
                <a:srgbClr val="7F7F7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645920" rIns="182880" bIns="91440" numCol="1" spcCol="0" rtlCol="0" fromWordArt="0" anchor="t" anchorCtr="0" forceAA="0" compatLnSpc="1">
              <a:prstTxWarp prst="textNoShape">
                <a:avLst/>
              </a:prstTxWarp>
              <a:noAutofit/>
            </a:bodyPr>
            <a:lstStyle/>
            <a:p>
              <a:pPr algn="r" rtl="1">
                <a:defRPr/>
              </a:pPr>
              <a:endParaRPr lang="ar" sz="3200">
                <a:solidFill>
                  <a:srgbClr val="000000"/>
                </a:solidFill>
                <a:sym typeface="Sakkal Majalla" panose="020F0502020204030204" pitchFamily="34" charset="0"/>
              </a:endParaRPr>
            </a:p>
          </p:txBody>
        </p:sp>
        <p:sp>
          <p:nvSpPr>
            <p:cNvPr id="13" name="Rounded Rectangle 68">
              <a:extLst>
                <a:ext uri="{FF2B5EF4-FFF2-40B4-BE49-F238E27FC236}">
                  <a16:creationId xmlns:a16="http://schemas.microsoft.com/office/drawing/2014/main" id="{DB980CA6-9C60-2D71-1856-2EBE14C475E6}"/>
                </a:ext>
              </a:extLst>
            </p:cNvPr>
            <p:cNvSpPr>
              <a:spLocks/>
            </p:cNvSpPr>
            <p:nvPr userDrawn="1"/>
          </p:nvSpPr>
          <p:spPr>
            <a:xfrm flipH="1">
              <a:off x="15139207" y="4274564"/>
              <a:ext cx="4825194" cy="8010144"/>
            </a:xfrm>
            <a:prstGeom prst="rect">
              <a:avLst/>
            </a:prstGeom>
            <a:solidFill>
              <a:schemeClr val="bg1"/>
            </a:solidFill>
            <a:ln w="3175" cap="rnd" cmpd="sng" algn="ctr">
              <a:solidFill>
                <a:srgbClr val="7F7F7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645920" rIns="182880" bIns="91440" numCol="1" spcCol="0" rtlCol="0" fromWordArt="0" anchor="t" anchorCtr="0" forceAA="0" compatLnSpc="1">
              <a:prstTxWarp prst="textNoShape">
                <a:avLst/>
              </a:prstTxWarp>
              <a:noAutofit/>
            </a:bodyPr>
            <a:lstStyle/>
            <a:p>
              <a:pPr algn="r" rtl="1">
                <a:defRPr/>
              </a:pPr>
              <a:endParaRPr lang="ar" sz="3200" dirty="0">
                <a:solidFill>
                  <a:srgbClr val="000000"/>
                </a:solidFill>
                <a:sym typeface="Sakkal Majalla" panose="020F0502020204030204" pitchFamily="34" charset="0"/>
              </a:endParaRPr>
            </a:p>
          </p:txBody>
        </p:sp>
        <p:sp>
          <p:nvSpPr>
            <p:cNvPr id="14" name="Rounded Rectangle 68">
              <a:extLst>
                <a:ext uri="{FF2B5EF4-FFF2-40B4-BE49-F238E27FC236}">
                  <a16:creationId xmlns:a16="http://schemas.microsoft.com/office/drawing/2014/main" id="{5CA8A8C7-E0BB-9572-35B4-8A69A144C5C7}"/>
                </a:ext>
              </a:extLst>
            </p:cNvPr>
            <p:cNvSpPr>
              <a:spLocks/>
            </p:cNvSpPr>
            <p:nvPr userDrawn="1"/>
          </p:nvSpPr>
          <p:spPr>
            <a:xfrm flipH="1">
              <a:off x="10315054" y="4274564"/>
              <a:ext cx="4825194" cy="8010144"/>
            </a:xfrm>
            <a:prstGeom prst="rect">
              <a:avLst/>
            </a:prstGeom>
            <a:solidFill>
              <a:schemeClr val="bg1"/>
            </a:solidFill>
            <a:ln w="3175" cap="rnd" cmpd="sng" algn="ctr">
              <a:solidFill>
                <a:srgbClr val="7F7F7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645920" rIns="182880" bIns="91440" numCol="1" spcCol="0" rtlCol="0" fromWordArt="0" anchor="t" anchorCtr="0" forceAA="0" compatLnSpc="1">
              <a:prstTxWarp prst="textNoShape">
                <a:avLst/>
              </a:prstTxWarp>
              <a:noAutofit/>
            </a:bodyPr>
            <a:lstStyle/>
            <a:p>
              <a:pPr algn="r" rtl="1">
                <a:defRPr/>
              </a:pPr>
              <a:endParaRPr lang="ar" sz="3200">
                <a:solidFill>
                  <a:srgbClr val="000000"/>
                </a:solidFill>
                <a:sym typeface="Sakkal Majalla" panose="020F0502020204030204" pitchFamily="34" charset="0"/>
              </a:endParaRPr>
            </a:p>
          </p:txBody>
        </p:sp>
        <p:sp>
          <p:nvSpPr>
            <p:cNvPr id="15" name="Rounded Rectangle 68">
              <a:extLst>
                <a:ext uri="{FF2B5EF4-FFF2-40B4-BE49-F238E27FC236}">
                  <a16:creationId xmlns:a16="http://schemas.microsoft.com/office/drawing/2014/main" id="{9EAF3890-E419-0381-4CD4-0F705B7C197D}"/>
                </a:ext>
              </a:extLst>
            </p:cNvPr>
            <p:cNvSpPr>
              <a:spLocks/>
            </p:cNvSpPr>
            <p:nvPr userDrawn="1"/>
          </p:nvSpPr>
          <p:spPr>
            <a:xfrm flipH="1">
              <a:off x="666750" y="4274564"/>
              <a:ext cx="4825194" cy="8010144"/>
            </a:xfrm>
            <a:prstGeom prst="rect">
              <a:avLst/>
            </a:prstGeom>
            <a:solidFill>
              <a:schemeClr val="bg1"/>
            </a:solidFill>
            <a:ln w="3175" cap="rnd" cmpd="sng" algn="ctr">
              <a:solidFill>
                <a:srgbClr val="7F7F7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645920" rIns="182880" bIns="91440" numCol="1" spcCol="0" rtlCol="0" fromWordArt="0" anchor="t" anchorCtr="0" forceAA="0" compatLnSpc="1">
              <a:prstTxWarp prst="textNoShape">
                <a:avLst/>
              </a:prstTxWarp>
              <a:noAutofit/>
            </a:bodyPr>
            <a:lstStyle/>
            <a:p>
              <a:pPr algn="r" rtl="1">
                <a:defRPr/>
              </a:pPr>
              <a:endParaRPr lang="ar" sz="3200" dirty="0">
                <a:solidFill>
                  <a:srgbClr val="000000"/>
                </a:solidFill>
                <a:sym typeface="Sakkal Majalla" panose="020F0502020204030204" pitchFamily="34" charset="0"/>
              </a:endParaRPr>
            </a:p>
          </p:txBody>
        </p:sp>
        <p:grpSp>
          <p:nvGrpSpPr>
            <p:cNvPr id="85" name="Group 84">
              <a:extLst>
                <a:ext uri="{FF2B5EF4-FFF2-40B4-BE49-F238E27FC236}">
                  <a16:creationId xmlns:a16="http://schemas.microsoft.com/office/drawing/2014/main" id="{DF580D3D-5B5B-5382-F1B9-3DAE242A8DD2}"/>
                </a:ext>
              </a:extLst>
            </p:cNvPr>
            <p:cNvGrpSpPr>
              <a:grpSpLocks/>
            </p:cNvGrpSpPr>
            <p:nvPr userDrawn="1"/>
          </p:nvGrpSpPr>
          <p:grpSpPr>
            <a:xfrm>
              <a:off x="775884" y="3965062"/>
              <a:ext cx="19079383" cy="1226849"/>
              <a:chOff x="775884" y="3965062"/>
              <a:chExt cx="19079383" cy="1226849"/>
            </a:xfrm>
          </p:grpSpPr>
          <p:sp>
            <p:nvSpPr>
              <p:cNvPr id="16" name="Isosceles Triangle 15">
                <a:extLst>
                  <a:ext uri="{FF2B5EF4-FFF2-40B4-BE49-F238E27FC236}">
                    <a16:creationId xmlns:a16="http://schemas.microsoft.com/office/drawing/2014/main" id="{91D5D02E-6E8F-B691-B4AA-AF3C563292D0}"/>
                  </a:ext>
                </a:extLst>
              </p:cNvPr>
              <p:cNvSpPr>
                <a:spLocks/>
              </p:cNvSpPr>
              <p:nvPr userDrawn="1"/>
            </p:nvSpPr>
            <p:spPr>
              <a:xfrm flipH="1">
                <a:off x="5097060" y="3965062"/>
                <a:ext cx="285750" cy="309502"/>
              </a:xfrm>
              <a:prstGeom prst="triangle">
                <a:avLst>
                  <a:gd name="adj" fmla="val 100000"/>
                </a:avLst>
              </a:prstGeom>
              <a:solidFill>
                <a:schemeClr val="accent1"/>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05840" tIns="0" rIns="0" bIns="0" numCol="1" spcCol="0" rtlCol="0" fromWordArt="0" anchor="ctr" anchorCtr="0" forceAA="0" compatLnSpc="1">
                <a:prstTxWarp prst="textNoShape">
                  <a:avLst/>
                </a:prstTxWarp>
                <a:noAutofit/>
              </a:bodyPr>
              <a:lstStyle/>
              <a:p>
                <a:pPr algn="r" rtl="1">
                  <a:defRPr/>
                </a:pPr>
                <a:endParaRPr lang="ar" sz="5400">
                  <a:solidFill>
                    <a:srgbClr val="FFFFFF"/>
                  </a:solidFill>
                  <a:sym typeface="Sakkal Majalla" panose="020F0502020204030204" pitchFamily="34" charset="0"/>
                </a:endParaRPr>
              </a:p>
            </p:txBody>
          </p:sp>
          <p:sp>
            <p:nvSpPr>
              <p:cNvPr id="17" name="Isosceles Triangle 16">
                <a:extLst>
                  <a:ext uri="{FF2B5EF4-FFF2-40B4-BE49-F238E27FC236}">
                    <a16:creationId xmlns:a16="http://schemas.microsoft.com/office/drawing/2014/main" id="{E1F5B6F2-39E0-8F18-B085-15E935846B19}"/>
                  </a:ext>
                </a:extLst>
              </p:cNvPr>
              <p:cNvSpPr>
                <a:spLocks/>
              </p:cNvSpPr>
              <p:nvPr userDrawn="1"/>
            </p:nvSpPr>
            <p:spPr>
              <a:xfrm>
                <a:off x="775884" y="3965062"/>
                <a:ext cx="285750" cy="309502"/>
              </a:xfrm>
              <a:prstGeom prst="triangle">
                <a:avLst>
                  <a:gd name="adj" fmla="val 100000"/>
                </a:avLst>
              </a:prstGeom>
              <a:solidFill>
                <a:schemeClr val="accent1"/>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05840" tIns="0" rIns="0" bIns="0" numCol="1" spcCol="0" rtlCol="0" fromWordArt="0" anchor="ctr" anchorCtr="0" forceAA="0" compatLnSpc="1">
                <a:prstTxWarp prst="textNoShape">
                  <a:avLst/>
                </a:prstTxWarp>
                <a:noAutofit/>
              </a:bodyPr>
              <a:lstStyle/>
              <a:p>
                <a:pPr algn="r" rtl="1">
                  <a:defRPr/>
                </a:pPr>
                <a:endParaRPr lang="ar" sz="5400">
                  <a:solidFill>
                    <a:srgbClr val="FFFFFF"/>
                  </a:solidFill>
                  <a:sym typeface="Sakkal Majalla" panose="020F0502020204030204" pitchFamily="34" charset="0"/>
                </a:endParaRPr>
              </a:p>
            </p:txBody>
          </p:sp>
          <p:sp>
            <p:nvSpPr>
              <p:cNvPr id="18" name="ee4pHeader1">
                <a:extLst>
                  <a:ext uri="{FF2B5EF4-FFF2-40B4-BE49-F238E27FC236}">
                    <a16:creationId xmlns:a16="http://schemas.microsoft.com/office/drawing/2014/main" id="{B2A11534-37F3-DB09-D140-88194AB73C4B}"/>
                  </a:ext>
                </a:extLst>
              </p:cNvPr>
              <p:cNvSpPr txBox="1">
                <a:spLocks/>
              </p:cNvSpPr>
              <p:nvPr userDrawn="1"/>
            </p:nvSpPr>
            <p:spPr>
              <a:xfrm flipH="1">
                <a:off x="1061634" y="3965062"/>
                <a:ext cx="4035426" cy="1226849"/>
              </a:xfrm>
              <a:prstGeom prst="rect">
                <a:avLst/>
              </a:prstGeom>
              <a:solidFill>
                <a:schemeClr val="tx2"/>
              </a:solidFill>
              <a:ln w="10795" cap="flat" cmpd="sng" algn="ctr">
                <a:solidFill>
                  <a:schemeClr val="tx2"/>
                </a:solidFill>
                <a:prstDash val="solid"/>
              </a:ln>
              <a:effectLst/>
            </p:spPr>
            <p:txBody>
              <a:bodyPr wrap="square" lIns="0" tIns="0" rIns="0" bIns="0" rtlCol="0" anchor="t"/>
              <a:lstStyle>
                <a:defPPr>
                  <a:defRPr lang="ar"/>
                </a:defPPr>
                <a:lvl1pPr algn="ctr">
                  <a:lnSpc>
                    <a:spcPct val="95000"/>
                  </a:lnSpc>
                  <a:defRPr kern="0">
                    <a:solidFill>
                      <a:prstClr val="white"/>
                    </a:solidFill>
                  </a:defRPr>
                </a:lvl1pPr>
              </a:lstStyle>
              <a:p>
                <a:pPr rtl="1">
                  <a:lnSpc>
                    <a:spcPct val="100000"/>
                  </a:lnSpc>
                  <a:defRPr/>
                </a:pPr>
                <a:r>
                  <a:rPr lang="ar" sz="4400" spc="-60">
                    <a:solidFill>
                      <a:srgbClr val="FFFFFF"/>
                    </a:solidFill>
                    <a:sym typeface="Sakkal Majalla" panose="020F0502020204030204" pitchFamily="34" charset="0"/>
                  </a:rPr>
                  <a:t>خبير</a:t>
                </a:r>
              </a:p>
            </p:txBody>
          </p:sp>
          <p:sp>
            <p:nvSpPr>
              <p:cNvPr id="19" name="Isosceles Triangle 18">
                <a:extLst>
                  <a:ext uri="{FF2B5EF4-FFF2-40B4-BE49-F238E27FC236}">
                    <a16:creationId xmlns:a16="http://schemas.microsoft.com/office/drawing/2014/main" id="{7FAF1766-E4EF-80E6-E827-CA555EA83878}"/>
                  </a:ext>
                </a:extLst>
              </p:cNvPr>
              <p:cNvSpPr>
                <a:spLocks/>
              </p:cNvSpPr>
              <p:nvPr userDrawn="1"/>
            </p:nvSpPr>
            <p:spPr>
              <a:xfrm flipH="1">
                <a:off x="9921212" y="3965062"/>
                <a:ext cx="285750" cy="309502"/>
              </a:xfrm>
              <a:prstGeom prst="triangle">
                <a:avLst>
                  <a:gd name="adj" fmla="val 100000"/>
                </a:avLst>
              </a:prstGeom>
              <a:solidFill>
                <a:schemeClr val="accent1"/>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05840" tIns="0" rIns="0" bIns="0" numCol="1" spcCol="0" rtlCol="0" fromWordArt="0" anchor="ctr" anchorCtr="0" forceAA="0" compatLnSpc="1">
                <a:prstTxWarp prst="textNoShape">
                  <a:avLst/>
                </a:prstTxWarp>
                <a:noAutofit/>
              </a:bodyPr>
              <a:lstStyle/>
              <a:p>
                <a:pPr algn="r" rtl="1">
                  <a:defRPr/>
                </a:pPr>
                <a:endParaRPr lang="ar" sz="5400">
                  <a:solidFill>
                    <a:srgbClr val="FFFFFF"/>
                  </a:solidFill>
                  <a:sym typeface="Sakkal Majalla" panose="020F0502020204030204" pitchFamily="34" charset="0"/>
                </a:endParaRPr>
              </a:p>
            </p:txBody>
          </p:sp>
          <p:sp>
            <p:nvSpPr>
              <p:cNvPr id="20" name="Isosceles Triangle 19">
                <a:extLst>
                  <a:ext uri="{FF2B5EF4-FFF2-40B4-BE49-F238E27FC236}">
                    <a16:creationId xmlns:a16="http://schemas.microsoft.com/office/drawing/2014/main" id="{DF91A0E5-C9FE-CFBF-625E-F7F06209CD17}"/>
                  </a:ext>
                </a:extLst>
              </p:cNvPr>
              <p:cNvSpPr>
                <a:spLocks/>
              </p:cNvSpPr>
              <p:nvPr userDrawn="1"/>
            </p:nvSpPr>
            <p:spPr>
              <a:xfrm>
                <a:off x="5600036" y="3965062"/>
                <a:ext cx="285750" cy="309502"/>
              </a:xfrm>
              <a:prstGeom prst="triangle">
                <a:avLst>
                  <a:gd name="adj" fmla="val 100000"/>
                </a:avLst>
              </a:prstGeom>
              <a:solidFill>
                <a:schemeClr val="accent1"/>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05840" tIns="0" rIns="0" bIns="0" numCol="1" spcCol="0" rtlCol="0" fromWordArt="0" anchor="ctr" anchorCtr="0" forceAA="0" compatLnSpc="1">
                <a:prstTxWarp prst="textNoShape">
                  <a:avLst/>
                </a:prstTxWarp>
                <a:noAutofit/>
              </a:bodyPr>
              <a:lstStyle/>
              <a:p>
                <a:pPr algn="r" rtl="1">
                  <a:defRPr/>
                </a:pPr>
                <a:endParaRPr lang="ar" sz="5400">
                  <a:solidFill>
                    <a:srgbClr val="FFFFFF"/>
                  </a:solidFill>
                  <a:sym typeface="Sakkal Majalla" panose="020F0502020204030204" pitchFamily="34" charset="0"/>
                </a:endParaRPr>
              </a:p>
            </p:txBody>
          </p:sp>
          <p:sp>
            <p:nvSpPr>
              <p:cNvPr id="21" name="ee4pHeader1">
                <a:extLst>
                  <a:ext uri="{FF2B5EF4-FFF2-40B4-BE49-F238E27FC236}">
                    <a16:creationId xmlns:a16="http://schemas.microsoft.com/office/drawing/2014/main" id="{6AAB2580-9894-D8E3-740C-17DDC98CEA85}"/>
                  </a:ext>
                </a:extLst>
              </p:cNvPr>
              <p:cNvSpPr txBox="1">
                <a:spLocks/>
              </p:cNvSpPr>
              <p:nvPr userDrawn="1"/>
            </p:nvSpPr>
            <p:spPr>
              <a:xfrm flipH="1">
                <a:off x="5885786" y="3965062"/>
                <a:ext cx="4035426" cy="1226849"/>
              </a:xfrm>
              <a:prstGeom prst="rect">
                <a:avLst/>
              </a:prstGeom>
              <a:solidFill>
                <a:schemeClr val="tx2"/>
              </a:solidFill>
              <a:ln w="10795" cap="flat" cmpd="sng" algn="ctr">
                <a:solidFill>
                  <a:schemeClr val="tx2"/>
                </a:solidFill>
                <a:prstDash val="solid"/>
              </a:ln>
              <a:effectLst/>
            </p:spPr>
            <p:txBody>
              <a:bodyPr wrap="square" lIns="0" tIns="0" rIns="0" bIns="0" rtlCol="0" anchor="t"/>
              <a:lstStyle>
                <a:defPPr>
                  <a:defRPr lang="ar"/>
                </a:defPPr>
                <a:lvl1pPr algn="ctr">
                  <a:lnSpc>
                    <a:spcPct val="95000"/>
                  </a:lnSpc>
                  <a:defRPr kern="0">
                    <a:solidFill>
                      <a:prstClr val="white"/>
                    </a:solidFill>
                  </a:defRPr>
                </a:lvl1pPr>
              </a:lstStyle>
              <a:p>
                <a:pPr rtl="1">
                  <a:lnSpc>
                    <a:spcPct val="100000"/>
                  </a:lnSpc>
                  <a:defRPr/>
                </a:pPr>
                <a:r>
                  <a:rPr lang="ar" sz="4400" spc="-60">
                    <a:solidFill>
                      <a:srgbClr val="FFFFFF"/>
                    </a:solidFill>
                    <a:sym typeface="Sakkal Majalla" panose="020F0502020204030204" pitchFamily="34" charset="0"/>
                  </a:rPr>
                  <a:t>متقدم</a:t>
                </a:r>
              </a:p>
            </p:txBody>
          </p:sp>
          <p:sp>
            <p:nvSpPr>
              <p:cNvPr id="22" name="Isosceles Triangle 21">
                <a:extLst>
                  <a:ext uri="{FF2B5EF4-FFF2-40B4-BE49-F238E27FC236}">
                    <a16:creationId xmlns:a16="http://schemas.microsoft.com/office/drawing/2014/main" id="{854B4B6D-D578-37DE-07F2-774BBC983D60}"/>
                  </a:ext>
                </a:extLst>
              </p:cNvPr>
              <p:cNvSpPr>
                <a:spLocks/>
              </p:cNvSpPr>
              <p:nvPr userDrawn="1"/>
            </p:nvSpPr>
            <p:spPr>
              <a:xfrm flipH="1">
                <a:off x="14745364" y="3965062"/>
                <a:ext cx="285750" cy="309502"/>
              </a:xfrm>
              <a:prstGeom prst="triangle">
                <a:avLst>
                  <a:gd name="adj" fmla="val 100000"/>
                </a:avLst>
              </a:prstGeom>
              <a:solidFill>
                <a:schemeClr val="accent1"/>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05840" tIns="0" rIns="0" bIns="0" numCol="1" spcCol="0" rtlCol="0" fromWordArt="0" anchor="ctr" anchorCtr="0" forceAA="0" compatLnSpc="1">
                <a:prstTxWarp prst="textNoShape">
                  <a:avLst/>
                </a:prstTxWarp>
                <a:noAutofit/>
              </a:bodyPr>
              <a:lstStyle/>
              <a:p>
                <a:pPr algn="r" rtl="1">
                  <a:defRPr/>
                </a:pPr>
                <a:endParaRPr lang="ar" sz="5400">
                  <a:solidFill>
                    <a:srgbClr val="FFFFFF"/>
                  </a:solidFill>
                  <a:sym typeface="Sakkal Majalla" panose="020F0502020204030204" pitchFamily="34" charset="0"/>
                </a:endParaRPr>
              </a:p>
            </p:txBody>
          </p:sp>
          <p:sp>
            <p:nvSpPr>
              <p:cNvPr id="23" name="Isosceles Triangle 22">
                <a:extLst>
                  <a:ext uri="{FF2B5EF4-FFF2-40B4-BE49-F238E27FC236}">
                    <a16:creationId xmlns:a16="http://schemas.microsoft.com/office/drawing/2014/main" id="{9FFA8962-039D-F938-F70A-BA4F59EEA4CF}"/>
                  </a:ext>
                </a:extLst>
              </p:cNvPr>
              <p:cNvSpPr>
                <a:spLocks/>
              </p:cNvSpPr>
              <p:nvPr userDrawn="1"/>
            </p:nvSpPr>
            <p:spPr>
              <a:xfrm>
                <a:off x="10424188" y="3965062"/>
                <a:ext cx="285750" cy="309502"/>
              </a:xfrm>
              <a:prstGeom prst="triangle">
                <a:avLst>
                  <a:gd name="adj" fmla="val 100000"/>
                </a:avLst>
              </a:prstGeom>
              <a:solidFill>
                <a:schemeClr val="accent1"/>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05840" tIns="0" rIns="0" bIns="0" numCol="1" spcCol="0" rtlCol="0" fromWordArt="0" anchor="ctr" anchorCtr="0" forceAA="0" compatLnSpc="1">
                <a:prstTxWarp prst="textNoShape">
                  <a:avLst/>
                </a:prstTxWarp>
                <a:noAutofit/>
              </a:bodyPr>
              <a:lstStyle/>
              <a:p>
                <a:pPr algn="r" rtl="1">
                  <a:defRPr/>
                </a:pPr>
                <a:endParaRPr lang="ar" sz="5400">
                  <a:solidFill>
                    <a:srgbClr val="FFFFFF"/>
                  </a:solidFill>
                  <a:sym typeface="Sakkal Majalla" panose="020F0502020204030204" pitchFamily="34" charset="0"/>
                </a:endParaRPr>
              </a:p>
            </p:txBody>
          </p:sp>
          <p:sp>
            <p:nvSpPr>
              <p:cNvPr id="24" name="ee4pHeader1">
                <a:extLst>
                  <a:ext uri="{FF2B5EF4-FFF2-40B4-BE49-F238E27FC236}">
                    <a16:creationId xmlns:a16="http://schemas.microsoft.com/office/drawing/2014/main" id="{B2BA4A3F-B6F0-219B-8CF2-4F15843F942C}"/>
                  </a:ext>
                </a:extLst>
              </p:cNvPr>
              <p:cNvSpPr txBox="1">
                <a:spLocks/>
              </p:cNvSpPr>
              <p:nvPr userDrawn="1"/>
            </p:nvSpPr>
            <p:spPr>
              <a:xfrm flipH="1">
                <a:off x="10709938" y="3965062"/>
                <a:ext cx="4035426" cy="1226849"/>
              </a:xfrm>
              <a:prstGeom prst="rect">
                <a:avLst/>
              </a:prstGeom>
              <a:solidFill>
                <a:schemeClr val="tx2"/>
              </a:solidFill>
              <a:ln w="10795" cap="flat" cmpd="sng" algn="ctr">
                <a:solidFill>
                  <a:schemeClr val="tx2"/>
                </a:solidFill>
                <a:prstDash val="solid"/>
              </a:ln>
              <a:effectLst/>
            </p:spPr>
            <p:txBody>
              <a:bodyPr wrap="square" lIns="0" tIns="0" rIns="0" bIns="0" rtlCol="0" anchor="t"/>
              <a:lstStyle>
                <a:defPPr>
                  <a:defRPr lang="ar"/>
                </a:defPPr>
                <a:lvl1pPr algn="ctr">
                  <a:lnSpc>
                    <a:spcPct val="95000"/>
                  </a:lnSpc>
                  <a:defRPr kern="0">
                    <a:solidFill>
                      <a:prstClr val="white"/>
                    </a:solidFill>
                  </a:defRPr>
                </a:lvl1pPr>
              </a:lstStyle>
              <a:p>
                <a:pPr rtl="1">
                  <a:lnSpc>
                    <a:spcPct val="100000"/>
                  </a:lnSpc>
                  <a:defRPr/>
                </a:pPr>
                <a:r>
                  <a:rPr lang="ar" sz="4400" spc="-60">
                    <a:solidFill>
                      <a:srgbClr val="FFFFFF"/>
                    </a:solidFill>
                    <a:sym typeface="Sakkal Majalla" panose="020F0502020204030204" pitchFamily="34" charset="0"/>
                  </a:rPr>
                  <a:t>متوسط</a:t>
                </a:r>
              </a:p>
            </p:txBody>
          </p:sp>
          <p:sp>
            <p:nvSpPr>
              <p:cNvPr id="25" name="Isosceles Triangle 24">
                <a:extLst>
                  <a:ext uri="{FF2B5EF4-FFF2-40B4-BE49-F238E27FC236}">
                    <a16:creationId xmlns:a16="http://schemas.microsoft.com/office/drawing/2014/main" id="{BBC3C8FC-CE83-6281-405D-F328754FAD23}"/>
                  </a:ext>
                </a:extLst>
              </p:cNvPr>
              <p:cNvSpPr>
                <a:spLocks/>
              </p:cNvSpPr>
              <p:nvPr userDrawn="1"/>
            </p:nvSpPr>
            <p:spPr>
              <a:xfrm flipH="1">
                <a:off x="19569517" y="3965062"/>
                <a:ext cx="285750" cy="309502"/>
              </a:xfrm>
              <a:prstGeom prst="triangle">
                <a:avLst>
                  <a:gd name="adj" fmla="val 100000"/>
                </a:avLst>
              </a:prstGeom>
              <a:solidFill>
                <a:schemeClr val="accent1"/>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05840" tIns="0" rIns="0" bIns="0" numCol="1" spcCol="0" rtlCol="0" fromWordArt="0" anchor="ctr" anchorCtr="0" forceAA="0" compatLnSpc="1">
                <a:prstTxWarp prst="textNoShape">
                  <a:avLst/>
                </a:prstTxWarp>
                <a:noAutofit/>
              </a:bodyPr>
              <a:lstStyle/>
              <a:p>
                <a:pPr algn="r" rtl="1">
                  <a:defRPr/>
                </a:pPr>
                <a:endParaRPr lang="ar" sz="5400">
                  <a:solidFill>
                    <a:srgbClr val="FFFFFF"/>
                  </a:solidFill>
                  <a:sym typeface="Sakkal Majalla" panose="020F0502020204030204" pitchFamily="34" charset="0"/>
                </a:endParaRPr>
              </a:p>
            </p:txBody>
          </p:sp>
          <p:sp>
            <p:nvSpPr>
              <p:cNvPr id="26" name="Isosceles Triangle 25">
                <a:extLst>
                  <a:ext uri="{FF2B5EF4-FFF2-40B4-BE49-F238E27FC236}">
                    <a16:creationId xmlns:a16="http://schemas.microsoft.com/office/drawing/2014/main" id="{BD967CA4-B100-5C85-8248-E40AA7B73F9D}"/>
                  </a:ext>
                </a:extLst>
              </p:cNvPr>
              <p:cNvSpPr>
                <a:spLocks/>
              </p:cNvSpPr>
              <p:nvPr userDrawn="1"/>
            </p:nvSpPr>
            <p:spPr>
              <a:xfrm>
                <a:off x="15248341" y="3965062"/>
                <a:ext cx="285750" cy="309502"/>
              </a:xfrm>
              <a:prstGeom prst="triangle">
                <a:avLst>
                  <a:gd name="adj" fmla="val 100000"/>
                </a:avLst>
              </a:prstGeom>
              <a:solidFill>
                <a:schemeClr val="accent1"/>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05840" tIns="0" rIns="0" bIns="0" numCol="1" spcCol="0" rtlCol="0" fromWordArt="0" anchor="ctr" anchorCtr="0" forceAA="0" compatLnSpc="1">
                <a:prstTxWarp prst="textNoShape">
                  <a:avLst/>
                </a:prstTxWarp>
                <a:noAutofit/>
              </a:bodyPr>
              <a:lstStyle/>
              <a:p>
                <a:pPr algn="r" rtl="1">
                  <a:defRPr/>
                </a:pPr>
                <a:endParaRPr lang="ar" sz="5400">
                  <a:solidFill>
                    <a:srgbClr val="FFFFFF"/>
                  </a:solidFill>
                  <a:sym typeface="Sakkal Majalla" panose="020F0502020204030204" pitchFamily="34" charset="0"/>
                </a:endParaRPr>
              </a:p>
            </p:txBody>
          </p:sp>
          <p:sp>
            <p:nvSpPr>
              <p:cNvPr id="27" name="ee4pHeader1">
                <a:extLst>
                  <a:ext uri="{FF2B5EF4-FFF2-40B4-BE49-F238E27FC236}">
                    <a16:creationId xmlns:a16="http://schemas.microsoft.com/office/drawing/2014/main" id="{D7F35AF2-C9B7-02BD-A06A-8601D02A725C}"/>
                  </a:ext>
                </a:extLst>
              </p:cNvPr>
              <p:cNvSpPr txBox="1">
                <a:spLocks/>
              </p:cNvSpPr>
              <p:nvPr userDrawn="1"/>
            </p:nvSpPr>
            <p:spPr>
              <a:xfrm flipH="1">
                <a:off x="15534091" y="3965062"/>
                <a:ext cx="4035426" cy="1226849"/>
              </a:xfrm>
              <a:prstGeom prst="rect">
                <a:avLst/>
              </a:prstGeom>
              <a:solidFill>
                <a:schemeClr val="tx2"/>
              </a:solidFill>
              <a:ln w="10795" cap="flat" cmpd="sng" algn="ctr">
                <a:solidFill>
                  <a:schemeClr val="tx2"/>
                </a:solidFill>
                <a:prstDash val="solid"/>
              </a:ln>
              <a:effectLst/>
            </p:spPr>
            <p:txBody>
              <a:bodyPr wrap="square" lIns="0" tIns="0" rIns="0" bIns="0" rtlCol="0" anchor="t"/>
              <a:lstStyle>
                <a:defPPr>
                  <a:defRPr lang="ar"/>
                </a:defPPr>
                <a:lvl1pPr algn="ctr">
                  <a:lnSpc>
                    <a:spcPct val="95000"/>
                  </a:lnSpc>
                  <a:defRPr kern="0">
                    <a:solidFill>
                      <a:prstClr val="white"/>
                    </a:solidFill>
                  </a:defRPr>
                </a:lvl1pPr>
              </a:lstStyle>
              <a:p>
                <a:pPr rtl="1">
                  <a:lnSpc>
                    <a:spcPct val="100000"/>
                  </a:lnSpc>
                  <a:defRPr/>
                </a:pPr>
                <a:r>
                  <a:rPr lang="ar" sz="4400" spc="-60">
                    <a:solidFill>
                      <a:srgbClr val="FFFFFF"/>
                    </a:solidFill>
                    <a:sym typeface="Sakkal Majalla" panose="020F0502020204030204" pitchFamily="34" charset="0"/>
                  </a:rPr>
                  <a:t>مبتدئ </a:t>
                </a:r>
              </a:p>
            </p:txBody>
          </p:sp>
          <p:grpSp>
            <p:nvGrpSpPr>
              <p:cNvPr id="33" name="Group 32">
                <a:extLst>
                  <a:ext uri="{FF2B5EF4-FFF2-40B4-BE49-F238E27FC236}">
                    <a16:creationId xmlns:a16="http://schemas.microsoft.com/office/drawing/2014/main" id="{BB442A09-CAD1-6FDD-F78F-8E511657F557}"/>
                  </a:ext>
                </a:extLst>
              </p:cNvPr>
              <p:cNvGrpSpPr>
                <a:grpSpLocks noChangeAspect="1"/>
              </p:cNvGrpSpPr>
              <p:nvPr userDrawn="1"/>
            </p:nvGrpSpPr>
            <p:grpSpPr>
              <a:xfrm flipH="1">
                <a:off x="3252404" y="4642710"/>
                <a:ext cx="457200" cy="457200"/>
                <a:chOff x="5961063" y="3294063"/>
                <a:chExt cx="269875" cy="269875"/>
              </a:xfrm>
            </p:grpSpPr>
            <p:sp>
              <p:nvSpPr>
                <p:cNvPr id="34" name="Oval 14">
                  <a:extLst>
                    <a:ext uri="{FF2B5EF4-FFF2-40B4-BE49-F238E27FC236}">
                      <a16:creationId xmlns:a16="http://schemas.microsoft.com/office/drawing/2014/main" id="{5A0662C3-2A6A-0C13-2959-5D9232E4DA6D}"/>
                    </a:ext>
                  </a:extLst>
                </p:cNvPr>
                <p:cNvSpPr>
                  <a:spLocks/>
                </p:cNvSpPr>
                <p:nvPr/>
              </p:nvSpPr>
              <p:spPr bwMode="auto">
                <a:xfrm>
                  <a:off x="5961063" y="3294063"/>
                  <a:ext cx="269875" cy="269875"/>
                </a:xfrm>
                <a:prstGeom prst="ellipse">
                  <a:avLst/>
                </a:prstGeom>
                <a:solidFill>
                  <a:srgbClr val="FFFFFF">
                    <a:lumMod val="100000"/>
                  </a:srgb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sp>
              <p:nvSpPr>
                <p:cNvPr id="35" name="Freeform 15">
                  <a:extLst>
                    <a:ext uri="{FF2B5EF4-FFF2-40B4-BE49-F238E27FC236}">
                      <a16:creationId xmlns:a16="http://schemas.microsoft.com/office/drawing/2014/main" id="{4648B7C2-30A1-6F7C-CCF1-416BEE508B51}"/>
                    </a:ext>
                  </a:extLst>
                </p:cNvPr>
                <p:cNvSpPr>
                  <a:spLocks/>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tx2">
                    <a:lumMod val="100000"/>
                  </a:scheme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grpSp>
          <p:grpSp>
            <p:nvGrpSpPr>
              <p:cNvPr id="36" name="Group 35">
                <a:extLst>
                  <a:ext uri="{FF2B5EF4-FFF2-40B4-BE49-F238E27FC236}">
                    <a16:creationId xmlns:a16="http://schemas.microsoft.com/office/drawing/2014/main" id="{F6EC533F-E703-0F88-C4BD-CAA0F5A7A5F2}"/>
                  </a:ext>
                </a:extLst>
              </p:cNvPr>
              <p:cNvGrpSpPr>
                <a:grpSpLocks noChangeAspect="1"/>
              </p:cNvGrpSpPr>
              <p:nvPr userDrawn="1"/>
            </p:nvGrpSpPr>
            <p:grpSpPr>
              <a:xfrm flipH="1">
                <a:off x="2449090" y="4642710"/>
                <a:ext cx="457200" cy="457200"/>
                <a:chOff x="5961063" y="3294063"/>
                <a:chExt cx="269875" cy="269875"/>
              </a:xfrm>
            </p:grpSpPr>
            <p:sp>
              <p:nvSpPr>
                <p:cNvPr id="37" name="Oval 14">
                  <a:extLst>
                    <a:ext uri="{FF2B5EF4-FFF2-40B4-BE49-F238E27FC236}">
                      <a16:creationId xmlns:a16="http://schemas.microsoft.com/office/drawing/2014/main" id="{11145A7B-5C71-A149-D96E-F4915A02E5FE}"/>
                    </a:ext>
                  </a:extLst>
                </p:cNvPr>
                <p:cNvSpPr>
                  <a:spLocks/>
                </p:cNvSpPr>
                <p:nvPr/>
              </p:nvSpPr>
              <p:spPr bwMode="auto">
                <a:xfrm>
                  <a:off x="5961063" y="3294063"/>
                  <a:ext cx="269875" cy="269875"/>
                </a:xfrm>
                <a:prstGeom prst="ellipse">
                  <a:avLst/>
                </a:prstGeom>
                <a:solidFill>
                  <a:srgbClr val="FFFFFF">
                    <a:lumMod val="100000"/>
                  </a:srgb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sp>
              <p:nvSpPr>
                <p:cNvPr id="38" name="Freeform 15">
                  <a:extLst>
                    <a:ext uri="{FF2B5EF4-FFF2-40B4-BE49-F238E27FC236}">
                      <a16:creationId xmlns:a16="http://schemas.microsoft.com/office/drawing/2014/main" id="{28933569-C40B-A66D-D298-41F170C047EE}"/>
                    </a:ext>
                  </a:extLst>
                </p:cNvPr>
                <p:cNvSpPr>
                  <a:spLocks/>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tx2">
                    <a:lumMod val="100000"/>
                  </a:scheme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grpSp>
          <p:grpSp>
            <p:nvGrpSpPr>
              <p:cNvPr id="39" name="Group 38">
                <a:extLst>
                  <a:ext uri="{FF2B5EF4-FFF2-40B4-BE49-F238E27FC236}">
                    <a16:creationId xmlns:a16="http://schemas.microsoft.com/office/drawing/2014/main" id="{302B3187-3C51-BB54-8F0D-E04196300EF2}"/>
                  </a:ext>
                </a:extLst>
              </p:cNvPr>
              <p:cNvGrpSpPr>
                <a:grpSpLocks noChangeAspect="1"/>
              </p:cNvGrpSpPr>
              <p:nvPr userDrawn="1"/>
            </p:nvGrpSpPr>
            <p:grpSpPr>
              <a:xfrm flipH="1">
                <a:off x="1645776" y="4642710"/>
                <a:ext cx="457200" cy="457200"/>
                <a:chOff x="5961063" y="3294063"/>
                <a:chExt cx="269875" cy="269875"/>
              </a:xfrm>
            </p:grpSpPr>
            <p:sp>
              <p:nvSpPr>
                <p:cNvPr id="40" name="Oval 14">
                  <a:extLst>
                    <a:ext uri="{FF2B5EF4-FFF2-40B4-BE49-F238E27FC236}">
                      <a16:creationId xmlns:a16="http://schemas.microsoft.com/office/drawing/2014/main" id="{A74B116A-72D9-32EB-0F11-7818B0E99436}"/>
                    </a:ext>
                  </a:extLst>
                </p:cNvPr>
                <p:cNvSpPr>
                  <a:spLocks/>
                </p:cNvSpPr>
                <p:nvPr/>
              </p:nvSpPr>
              <p:spPr bwMode="auto">
                <a:xfrm>
                  <a:off x="5961063" y="3294063"/>
                  <a:ext cx="269875" cy="269875"/>
                </a:xfrm>
                <a:prstGeom prst="ellipse">
                  <a:avLst/>
                </a:prstGeom>
                <a:solidFill>
                  <a:srgbClr val="FFFFFF">
                    <a:lumMod val="100000"/>
                  </a:srgb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sp>
              <p:nvSpPr>
                <p:cNvPr id="41" name="Freeform 15">
                  <a:extLst>
                    <a:ext uri="{FF2B5EF4-FFF2-40B4-BE49-F238E27FC236}">
                      <a16:creationId xmlns:a16="http://schemas.microsoft.com/office/drawing/2014/main" id="{DD6B0DB0-2713-3270-2790-B29A000FC491}"/>
                    </a:ext>
                  </a:extLst>
                </p:cNvPr>
                <p:cNvSpPr>
                  <a:spLocks/>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tx2">
                    <a:lumMod val="100000"/>
                  </a:scheme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grpSp>
          <p:grpSp>
            <p:nvGrpSpPr>
              <p:cNvPr id="42" name="Group 41">
                <a:extLst>
                  <a:ext uri="{FF2B5EF4-FFF2-40B4-BE49-F238E27FC236}">
                    <a16:creationId xmlns:a16="http://schemas.microsoft.com/office/drawing/2014/main" id="{4878C5B2-7334-A4A2-313D-7051D087BE75}"/>
                  </a:ext>
                </a:extLst>
              </p:cNvPr>
              <p:cNvGrpSpPr>
                <a:grpSpLocks noChangeAspect="1"/>
              </p:cNvGrpSpPr>
              <p:nvPr userDrawn="1"/>
            </p:nvGrpSpPr>
            <p:grpSpPr>
              <a:xfrm flipH="1">
                <a:off x="4055717" y="4642710"/>
                <a:ext cx="457200" cy="457200"/>
                <a:chOff x="5961063" y="3294063"/>
                <a:chExt cx="269875" cy="269875"/>
              </a:xfrm>
            </p:grpSpPr>
            <p:sp>
              <p:nvSpPr>
                <p:cNvPr id="43" name="Oval 14">
                  <a:extLst>
                    <a:ext uri="{FF2B5EF4-FFF2-40B4-BE49-F238E27FC236}">
                      <a16:creationId xmlns:a16="http://schemas.microsoft.com/office/drawing/2014/main" id="{75797CB0-9A25-8ADB-988A-84DF923F9645}"/>
                    </a:ext>
                  </a:extLst>
                </p:cNvPr>
                <p:cNvSpPr>
                  <a:spLocks/>
                </p:cNvSpPr>
                <p:nvPr/>
              </p:nvSpPr>
              <p:spPr bwMode="auto">
                <a:xfrm>
                  <a:off x="5961063" y="3294063"/>
                  <a:ext cx="269875" cy="269875"/>
                </a:xfrm>
                <a:prstGeom prst="ellipse">
                  <a:avLst/>
                </a:prstGeom>
                <a:solidFill>
                  <a:srgbClr val="FFFFFF">
                    <a:lumMod val="100000"/>
                  </a:srgb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sp>
              <p:nvSpPr>
                <p:cNvPr id="44" name="Freeform 15">
                  <a:extLst>
                    <a:ext uri="{FF2B5EF4-FFF2-40B4-BE49-F238E27FC236}">
                      <a16:creationId xmlns:a16="http://schemas.microsoft.com/office/drawing/2014/main" id="{17BD13D8-E7DB-C309-481B-D02141206D8B}"/>
                    </a:ext>
                  </a:extLst>
                </p:cNvPr>
                <p:cNvSpPr>
                  <a:spLocks/>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tx2">
                    <a:lumMod val="100000"/>
                  </a:scheme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grpSp>
          <p:grpSp>
            <p:nvGrpSpPr>
              <p:cNvPr id="45" name="Group 44">
                <a:extLst>
                  <a:ext uri="{FF2B5EF4-FFF2-40B4-BE49-F238E27FC236}">
                    <a16:creationId xmlns:a16="http://schemas.microsoft.com/office/drawing/2014/main" id="{492B53B5-173A-36D8-CAFD-968B07682936}"/>
                  </a:ext>
                </a:extLst>
              </p:cNvPr>
              <p:cNvGrpSpPr>
                <a:grpSpLocks noChangeAspect="1"/>
              </p:cNvGrpSpPr>
              <p:nvPr userDrawn="1"/>
            </p:nvGrpSpPr>
            <p:grpSpPr>
              <a:xfrm flipH="1">
                <a:off x="8076556" y="4642710"/>
                <a:ext cx="457200" cy="457200"/>
                <a:chOff x="5961063" y="3294063"/>
                <a:chExt cx="269875" cy="269875"/>
              </a:xfrm>
            </p:grpSpPr>
            <p:sp>
              <p:nvSpPr>
                <p:cNvPr id="46" name="Oval 14">
                  <a:extLst>
                    <a:ext uri="{FF2B5EF4-FFF2-40B4-BE49-F238E27FC236}">
                      <a16:creationId xmlns:a16="http://schemas.microsoft.com/office/drawing/2014/main" id="{20F1070B-94E1-0281-9635-72C827A80CEB}"/>
                    </a:ext>
                  </a:extLst>
                </p:cNvPr>
                <p:cNvSpPr>
                  <a:spLocks/>
                </p:cNvSpPr>
                <p:nvPr/>
              </p:nvSpPr>
              <p:spPr bwMode="auto">
                <a:xfrm>
                  <a:off x="5961063" y="3294063"/>
                  <a:ext cx="269875" cy="269875"/>
                </a:xfrm>
                <a:prstGeom prst="ellipse">
                  <a:avLst/>
                </a:prstGeom>
                <a:solidFill>
                  <a:srgbClr val="FFFFFF">
                    <a:lumMod val="100000"/>
                  </a:srgb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sp>
              <p:nvSpPr>
                <p:cNvPr id="47" name="Freeform 15">
                  <a:extLst>
                    <a:ext uri="{FF2B5EF4-FFF2-40B4-BE49-F238E27FC236}">
                      <a16:creationId xmlns:a16="http://schemas.microsoft.com/office/drawing/2014/main" id="{72637655-A147-6F2D-287C-975DE468A770}"/>
                    </a:ext>
                  </a:extLst>
                </p:cNvPr>
                <p:cNvSpPr>
                  <a:spLocks/>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tx2">
                    <a:lumMod val="100000"/>
                  </a:scheme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grpSp>
          <p:grpSp>
            <p:nvGrpSpPr>
              <p:cNvPr id="48" name="Group 47">
                <a:extLst>
                  <a:ext uri="{FF2B5EF4-FFF2-40B4-BE49-F238E27FC236}">
                    <a16:creationId xmlns:a16="http://schemas.microsoft.com/office/drawing/2014/main" id="{1713F8F4-727C-443D-2201-64D205F765FB}"/>
                  </a:ext>
                </a:extLst>
              </p:cNvPr>
              <p:cNvGrpSpPr>
                <a:grpSpLocks noChangeAspect="1"/>
              </p:cNvGrpSpPr>
              <p:nvPr userDrawn="1"/>
            </p:nvGrpSpPr>
            <p:grpSpPr>
              <a:xfrm flipH="1">
                <a:off x="7273242" y="4642710"/>
                <a:ext cx="457200" cy="457200"/>
                <a:chOff x="5961063" y="3294063"/>
                <a:chExt cx="269875" cy="269875"/>
              </a:xfrm>
            </p:grpSpPr>
            <p:sp>
              <p:nvSpPr>
                <p:cNvPr id="49" name="Oval 14">
                  <a:extLst>
                    <a:ext uri="{FF2B5EF4-FFF2-40B4-BE49-F238E27FC236}">
                      <a16:creationId xmlns:a16="http://schemas.microsoft.com/office/drawing/2014/main" id="{C287D760-B20F-A44F-E662-A25484108A18}"/>
                    </a:ext>
                  </a:extLst>
                </p:cNvPr>
                <p:cNvSpPr>
                  <a:spLocks/>
                </p:cNvSpPr>
                <p:nvPr/>
              </p:nvSpPr>
              <p:spPr bwMode="auto">
                <a:xfrm>
                  <a:off x="5961063" y="3294063"/>
                  <a:ext cx="269875" cy="269875"/>
                </a:xfrm>
                <a:prstGeom prst="ellipse">
                  <a:avLst/>
                </a:prstGeom>
                <a:solidFill>
                  <a:srgbClr val="FFFFFF">
                    <a:lumMod val="100000"/>
                  </a:srgb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sp>
              <p:nvSpPr>
                <p:cNvPr id="50" name="Freeform 15">
                  <a:extLst>
                    <a:ext uri="{FF2B5EF4-FFF2-40B4-BE49-F238E27FC236}">
                      <a16:creationId xmlns:a16="http://schemas.microsoft.com/office/drawing/2014/main" id="{B97E675F-BF72-4ECA-2ECC-2431B71E97F5}"/>
                    </a:ext>
                  </a:extLst>
                </p:cNvPr>
                <p:cNvSpPr>
                  <a:spLocks/>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tx2">
                    <a:lumMod val="100000"/>
                  </a:scheme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grpSp>
          <p:grpSp>
            <p:nvGrpSpPr>
              <p:cNvPr id="51" name="Group 50">
                <a:extLst>
                  <a:ext uri="{FF2B5EF4-FFF2-40B4-BE49-F238E27FC236}">
                    <a16:creationId xmlns:a16="http://schemas.microsoft.com/office/drawing/2014/main" id="{E8D84F6C-03F8-3599-2C9F-C29DC22B517C}"/>
                  </a:ext>
                </a:extLst>
              </p:cNvPr>
              <p:cNvGrpSpPr>
                <a:grpSpLocks noChangeAspect="1"/>
              </p:cNvGrpSpPr>
              <p:nvPr userDrawn="1"/>
            </p:nvGrpSpPr>
            <p:grpSpPr>
              <a:xfrm flipH="1">
                <a:off x="6469928" y="4642710"/>
                <a:ext cx="457200" cy="457200"/>
                <a:chOff x="5961063" y="3294063"/>
                <a:chExt cx="269875" cy="269875"/>
              </a:xfrm>
            </p:grpSpPr>
            <p:sp>
              <p:nvSpPr>
                <p:cNvPr id="52" name="Oval 14">
                  <a:extLst>
                    <a:ext uri="{FF2B5EF4-FFF2-40B4-BE49-F238E27FC236}">
                      <a16:creationId xmlns:a16="http://schemas.microsoft.com/office/drawing/2014/main" id="{7158E7C8-9EBE-E574-884A-DC87218503DA}"/>
                    </a:ext>
                  </a:extLst>
                </p:cNvPr>
                <p:cNvSpPr>
                  <a:spLocks/>
                </p:cNvSpPr>
                <p:nvPr/>
              </p:nvSpPr>
              <p:spPr bwMode="auto">
                <a:xfrm>
                  <a:off x="5961063" y="3294063"/>
                  <a:ext cx="269875" cy="269875"/>
                </a:xfrm>
                <a:prstGeom prst="ellipse">
                  <a:avLst/>
                </a:prstGeom>
                <a:solidFill>
                  <a:srgbClr val="8A1538"/>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sp>
              <p:nvSpPr>
                <p:cNvPr id="53" name="Freeform 15">
                  <a:extLst>
                    <a:ext uri="{FF2B5EF4-FFF2-40B4-BE49-F238E27FC236}">
                      <a16:creationId xmlns:a16="http://schemas.microsoft.com/office/drawing/2014/main" id="{E326EB45-993A-9446-343A-689877887AC8}"/>
                    </a:ext>
                  </a:extLst>
                </p:cNvPr>
                <p:cNvSpPr>
                  <a:spLocks/>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rgbClr val="FFFFFF"/>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grpSp>
          <p:grpSp>
            <p:nvGrpSpPr>
              <p:cNvPr id="54" name="Group 53">
                <a:extLst>
                  <a:ext uri="{FF2B5EF4-FFF2-40B4-BE49-F238E27FC236}">
                    <a16:creationId xmlns:a16="http://schemas.microsoft.com/office/drawing/2014/main" id="{52471F7B-59BA-AF85-417B-F6E5C34B128C}"/>
                  </a:ext>
                </a:extLst>
              </p:cNvPr>
              <p:cNvGrpSpPr>
                <a:grpSpLocks noChangeAspect="1"/>
              </p:cNvGrpSpPr>
              <p:nvPr userDrawn="1"/>
            </p:nvGrpSpPr>
            <p:grpSpPr>
              <a:xfrm flipH="1">
                <a:off x="8879869" y="4642710"/>
                <a:ext cx="457200" cy="457200"/>
                <a:chOff x="5961063" y="3294063"/>
                <a:chExt cx="269875" cy="269875"/>
              </a:xfrm>
            </p:grpSpPr>
            <p:sp>
              <p:nvSpPr>
                <p:cNvPr id="55" name="Oval 14">
                  <a:extLst>
                    <a:ext uri="{FF2B5EF4-FFF2-40B4-BE49-F238E27FC236}">
                      <a16:creationId xmlns:a16="http://schemas.microsoft.com/office/drawing/2014/main" id="{5A35BA85-6B35-537F-3392-4B7B315CDA78}"/>
                    </a:ext>
                  </a:extLst>
                </p:cNvPr>
                <p:cNvSpPr>
                  <a:spLocks/>
                </p:cNvSpPr>
                <p:nvPr/>
              </p:nvSpPr>
              <p:spPr bwMode="auto">
                <a:xfrm>
                  <a:off x="5961063" y="3294063"/>
                  <a:ext cx="269875" cy="269875"/>
                </a:xfrm>
                <a:prstGeom prst="ellipse">
                  <a:avLst/>
                </a:prstGeom>
                <a:solidFill>
                  <a:srgbClr val="FFFFFF">
                    <a:lumMod val="100000"/>
                  </a:srgb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sp>
              <p:nvSpPr>
                <p:cNvPr id="56" name="Freeform 15">
                  <a:extLst>
                    <a:ext uri="{FF2B5EF4-FFF2-40B4-BE49-F238E27FC236}">
                      <a16:creationId xmlns:a16="http://schemas.microsoft.com/office/drawing/2014/main" id="{7B267252-41E8-0E03-10F5-5A746CDE5953}"/>
                    </a:ext>
                  </a:extLst>
                </p:cNvPr>
                <p:cNvSpPr>
                  <a:spLocks/>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tx2">
                    <a:lumMod val="100000"/>
                  </a:scheme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grpSp>
          <p:grpSp>
            <p:nvGrpSpPr>
              <p:cNvPr id="57" name="Group 56">
                <a:extLst>
                  <a:ext uri="{FF2B5EF4-FFF2-40B4-BE49-F238E27FC236}">
                    <a16:creationId xmlns:a16="http://schemas.microsoft.com/office/drawing/2014/main" id="{56C6153C-18F7-8FA0-346A-028FCF413A6B}"/>
                  </a:ext>
                </a:extLst>
              </p:cNvPr>
              <p:cNvGrpSpPr>
                <a:grpSpLocks noChangeAspect="1"/>
              </p:cNvGrpSpPr>
              <p:nvPr userDrawn="1"/>
            </p:nvGrpSpPr>
            <p:grpSpPr>
              <a:xfrm flipH="1">
                <a:off x="12900708" y="4642710"/>
                <a:ext cx="457200" cy="457200"/>
                <a:chOff x="5961063" y="3294063"/>
                <a:chExt cx="269875" cy="269875"/>
              </a:xfrm>
            </p:grpSpPr>
            <p:sp>
              <p:nvSpPr>
                <p:cNvPr id="58" name="Oval 14">
                  <a:extLst>
                    <a:ext uri="{FF2B5EF4-FFF2-40B4-BE49-F238E27FC236}">
                      <a16:creationId xmlns:a16="http://schemas.microsoft.com/office/drawing/2014/main" id="{7E52028B-0726-338A-EB97-9A29189F688B}"/>
                    </a:ext>
                  </a:extLst>
                </p:cNvPr>
                <p:cNvSpPr>
                  <a:spLocks/>
                </p:cNvSpPr>
                <p:nvPr/>
              </p:nvSpPr>
              <p:spPr bwMode="auto">
                <a:xfrm>
                  <a:off x="5961063" y="3294063"/>
                  <a:ext cx="269875" cy="269875"/>
                </a:xfrm>
                <a:prstGeom prst="ellipse">
                  <a:avLst/>
                </a:prstGeom>
                <a:solidFill>
                  <a:srgbClr val="FFFFFF">
                    <a:lumMod val="100000"/>
                  </a:srgb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sp>
              <p:nvSpPr>
                <p:cNvPr id="59" name="Freeform 15">
                  <a:extLst>
                    <a:ext uri="{FF2B5EF4-FFF2-40B4-BE49-F238E27FC236}">
                      <a16:creationId xmlns:a16="http://schemas.microsoft.com/office/drawing/2014/main" id="{6C765E54-7AAA-FDFD-CCEC-7CD3F7B5856E}"/>
                    </a:ext>
                  </a:extLst>
                </p:cNvPr>
                <p:cNvSpPr>
                  <a:spLocks/>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tx2">
                    <a:lumMod val="100000"/>
                  </a:scheme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grpSp>
          <p:grpSp>
            <p:nvGrpSpPr>
              <p:cNvPr id="60" name="Group 59">
                <a:extLst>
                  <a:ext uri="{FF2B5EF4-FFF2-40B4-BE49-F238E27FC236}">
                    <a16:creationId xmlns:a16="http://schemas.microsoft.com/office/drawing/2014/main" id="{0234646E-58DA-AC7C-DBA1-8E442EDD9775}"/>
                  </a:ext>
                </a:extLst>
              </p:cNvPr>
              <p:cNvGrpSpPr>
                <a:grpSpLocks noChangeAspect="1"/>
              </p:cNvGrpSpPr>
              <p:nvPr userDrawn="1"/>
            </p:nvGrpSpPr>
            <p:grpSpPr>
              <a:xfrm flipH="1">
                <a:off x="12097394" y="4642710"/>
                <a:ext cx="457200" cy="457200"/>
                <a:chOff x="5961063" y="3294063"/>
                <a:chExt cx="269875" cy="269875"/>
              </a:xfrm>
            </p:grpSpPr>
            <p:sp>
              <p:nvSpPr>
                <p:cNvPr id="61" name="Oval 14">
                  <a:extLst>
                    <a:ext uri="{FF2B5EF4-FFF2-40B4-BE49-F238E27FC236}">
                      <a16:creationId xmlns:a16="http://schemas.microsoft.com/office/drawing/2014/main" id="{269EDD51-643C-D382-18B8-91351DF09167}"/>
                    </a:ext>
                  </a:extLst>
                </p:cNvPr>
                <p:cNvSpPr>
                  <a:spLocks/>
                </p:cNvSpPr>
                <p:nvPr/>
              </p:nvSpPr>
              <p:spPr bwMode="auto">
                <a:xfrm>
                  <a:off x="5961063" y="3294063"/>
                  <a:ext cx="269875" cy="269875"/>
                </a:xfrm>
                <a:prstGeom prst="ellipse">
                  <a:avLst/>
                </a:prstGeom>
                <a:solidFill>
                  <a:srgbClr val="8A1538"/>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sp>
              <p:nvSpPr>
                <p:cNvPr id="62" name="Freeform 15">
                  <a:extLst>
                    <a:ext uri="{FF2B5EF4-FFF2-40B4-BE49-F238E27FC236}">
                      <a16:creationId xmlns:a16="http://schemas.microsoft.com/office/drawing/2014/main" id="{75007C7C-4EEB-2300-0D9B-138A5AF38AEC}"/>
                    </a:ext>
                  </a:extLst>
                </p:cNvPr>
                <p:cNvSpPr>
                  <a:spLocks/>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rgbClr val="FFFFFF"/>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grpSp>
          <p:grpSp>
            <p:nvGrpSpPr>
              <p:cNvPr id="63" name="Group 62">
                <a:extLst>
                  <a:ext uri="{FF2B5EF4-FFF2-40B4-BE49-F238E27FC236}">
                    <a16:creationId xmlns:a16="http://schemas.microsoft.com/office/drawing/2014/main" id="{CFC6CB07-167A-44BB-EA91-CCBA38769C77}"/>
                  </a:ext>
                </a:extLst>
              </p:cNvPr>
              <p:cNvGrpSpPr>
                <a:grpSpLocks noChangeAspect="1"/>
              </p:cNvGrpSpPr>
              <p:nvPr userDrawn="1"/>
            </p:nvGrpSpPr>
            <p:grpSpPr>
              <a:xfrm flipH="1">
                <a:off x="11294080" y="4642710"/>
                <a:ext cx="457200" cy="457200"/>
                <a:chOff x="5961063" y="3294063"/>
                <a:chExt cx="269875" cy="269875"/>
              </a:xfrm>
            </p:grpSpPr>
            <p:sp>
              <p:nvSpPr>
                <p:cNvPr id="64" name="Oval 14">
                  <a:extLst>
                    <a:ext uri="{FF2B5EF4-FFF2-40B4-BE49-F238E27FC236}">
                      <a16:creationId xmlns:a16="http://schemas.microsoft.com/office/drawing/2014/main" id="{5CF201D9-525E-7D22-59F4-1A9BE8ABE32D}"/>
                    </a:ext>
                  </a:extLst>
                </p:cNvPr>
                <p:cNvSpPr>
                  <a:spLocks/>
                </p:cNvSpPr>
                <p:nvPr/>
              </p:nvSpPr>
              <p:spPr bwMode="auto">
                <a:xfrm>
                  <a:off x="5961063" y="3294063"/>
                  <a:ext cx="269875" cy="269875"/>
                </a:xfrm>
                <a:prstGeom prst="ellipse">
                  <a:avLst/>
                </a:prstGeom>
                <a:solidFill>
                  <a:srgbClr val="8A1538"/>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sp>
              <p:nvSpPr>
                <p:cNvPr id="65" name="Freeform 15">
                  <a:extLst>
                    <a:ext uri="{FF2B5EF4-FFF2-40B4-BE49-F238E27FC236}">
                      <a16:creationId xmlns:a16="http://schemas.microsoft.com/office/drawing/2014/main" id="{B357D516-E0F5-D3B7-7AC6-4C8E668EB584}"/>
                    </a:ext>
                  </a:extLst>
                </p:cNvPr>
                <p:cNvSpPr>
                  <a:spLocks/>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rgbClr val="FFFFFF"/>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grpSp>
          <p:grpSp>
            <p:nvGrpSpPr>
              <p:cNvPr id="66" name="Group 65">
                <a:extLst>
                  <a:ext uri="{FF2B5EF4-FFF2-40B4-BE49-F238E27FC236}">
                    <a16:creationId xmlns:a16="http://schemas.microsoft.com/office/drawing/2014/main" id="{BBFF5804-CB59-1498-3802-B81AA0E130C3}"/>
                  </a:ext>
                </a:extLst>
              </p:cNvPr>
              <p:cNvGrpSpPr>
                <a:grpSpLocks noChangeAspect="1"/>
              </p:cNvGrpSpPr>
              <p:nvPr userDrawn="1"/>
            </p:nvGrpSpPr>
            <p:grpSpPr>
              <a:xfrm flipH="1">
                <a:off x="13704021" y="4642710"/>
                <a:ext cx="457200" cy="457200"/>
                <a:chOff x="5961063" y="3294063"/>
                <a:chExt cx="269875" cy="269875"/>
              </a:xfrm>
            </p:grpSpPr>
            <p:sp>
              <p:nvSpPr>
                <p:cNvPr id="67" name="Oval 14">
                  <a:extLst>
                    <a:ext uri="{FF2B5EF4-FFF2-40B4-BE49-F238E27FC236}">
                      <a16:creationId xmlns:a16="http://schemas.microsoft.com/office/drawing/2014/main" id="{4866BF45-D1DB-A625-DEB7-A6CB1809269E}"/>
                    </a:ext>
                  </a:extLst>
                </p:cNvPr>
                <p:cNvSpPr>
                  <a:spLocks/>
                </p:cNvSpPr>
                <p:nvPr/>
              </p:nvSpPr>
              <p:spPr bwMode="auto">
                <a:xfrm>
                  <a:off x="5961063" y="3294063"/>
                  <a:ext cx="269875" cy="269875"/>
                </a:xfrm>
                <a:prstGeom prst="ellipse">
                  <a:avLst/>
                </a:prstGeom>
                <a:solidFill>
                  <a:srgbClr val="FFFFFF">
                    <a:lumMod val="100000"/>
                  </a:srgb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sp>
              <p:nvSpPr>
                <p:cNvPr id="68" name="Freeform 15">
                  <a:extLst>
                    <a:ext uri="{FF2B5EF4-FFF2-40B4-BE49-F238E27FC236}">
                      <a16:creationId xmlns:a16="http://schemas.microsoft.com/office/drawing/2014/main" id="{66AB9B85-DFE8-B70E-CE63-346DC669C795}"/>
                    </a:ext>
                  </a:extLst>
                </p:cNvPr>
                <p:cNvSpPr>
                  <a:spLocks/>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tx2">
                    <a:lumMod val="100000"/>
                  </a:scheme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grpSp>
          <p:grpSp>
            <p:nvGrpSpPr>
              <p:cNvPr id="69" name="Group 68">
                <a:extLst>
                  <a:ext uri="{FF2B5EF4-FFF2-40B4-BE49-F238E27FC236}">
                    <a16:creationId xmlns:a16="http://schemas.microsoft.com/office/drawing/2014/main" id="{AFB07FA9-1CE4-B31E-B4BD-311F46B46FE5}"/>
                  </a:ext>
                </a:extLst>
              </p:cNvPr>
              <p:cNvGrpSpPr>
                <a:grpSpLocks noChangeAspect="1"/>
              </p:cNvGrpSpPr>
              <p:nvPr userDrawn="1"/>
            </p:nvGrpSpPr>
            <p:grpSpPr>
              <a:xfrm flipH="1">
                <a:off x="17724860" y="4642710"/>
                <a:ext cx="457200" cy="457200"/>
                <a:chOff x="5961063" y="3294063"/>
                <a:chExt cx="269875" cy="269875"/>
              </a:xfrm>
            </p:grpSpPr>
            <p:sp>
              <p:nvSpPr>
                <p:cNvPr id="70" name="Oval 14">
                  <a:extLst>
                    <a:ext uri="{FF2B5EF4-FFF2-40B4-BE49-F238E27FC236}">
                      <a16:creationId xmlns:a16="http://schemas.microsoft.com/office/drawing/2014/main" id="{D999FDBD-39F6-7C5B-58EF-E361591F7776}"/>
                    </a:ext>
                  </a:extLst>
                </p:cNvPr>
                <p:cNvSpPr>
                  <a:spLocks/>
                </p:cNvSpPr>
                <p:nvPr/>
              </p:nvSpPr>
              <p:spPr bwMode="auto">
                <a:xfrm>
                  <a:off x="5961063" y="3294063"/>
                  <a:ext cx="269875" cy="269875"/>
                </a:xfrm>
                <a:prstGeom prst="ellipse">
                  <a:avLst/>
                </a:prstGeom>
                <a:solidFill>
                  <a:srgbClr val="8A1538"/>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sp>
              <p:nvSpPr>
                <p:cNvPr id="71" name="Freeform 15">
                  <a:extLst>
                    <a:ext uri="{FF2B5EF4-FFF2-40B4-BE49-F238E27FC236}">
                      <a16:creationId xmlns:a16="http://schemas.microsoft.com/office/drawing/2014/main" id="{713952F5-F664-7D5F-1239-A2A8768CDAC4}"/>
                    </a:ext>
                  </a:extLst>
                </p:cNvPr>
                <p:cNvSpPr>
                  <a:spLocks/>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rgbClr val="FFFFFF"/>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grpSp>
          <p:grpSp>
            <p:nvGrpSpPr>
              <p:cNvPr id="72" name="Group 71">
                <a:extLst>
                  <a:ext uri="{FF2B5EF4-FFF2-40B4-BE49-F238E27FC236}">
                    <a16:creationId xmlns:a16="http://schemas.microsoft.com/office/drawing/2014/main" id="{67F8068A-D0D5-64C8-E7CD-4FD95895BF03}"/>
                  </a:ext>
                </a:extLst>
              </p:cNvPr>
              <p:cNvGrpSpPr>
                <a:grpSpLocks noChangeAspect="1"/>
              </p:cNvGrpSpPr>
              <p:nvPr userDrawn="1"/>
            </p:nvGrpSpPr>
            <p:grpSpPr>
              <a:xfrm flipH="1">
                <a:off x="16921546" y="4642710"/>
                <a:ext cx="457200" cy="457200"/>
                <a:chOff x="5961063" y="3294063"/>
                <a:chExt cx="269875" cy="269875"/>
              </a:xfrm>
            </p:grpSpPr>
            <p:sp>
              <p:nvSpPr>
                <p:cNvPr id="73" name="Oval 14">
                  <a:extLst>
                    <a:ext uri="{FF2B5EF4-FFF2-40B4-BE49-F238E27FC236}">
                      <a16:creationId xmlns:a16="http://schemas.microsoft.com/office/drawing/2014/main" id="{FF51FBFA-3ADD-EC50-3136-4977FA8923AB}"/>
                    </a:ext>
                  </a:extLst>
                </p:cNvPr>
                <p:cNvSpPr>
                  <a:spLocks/>
                </p:cNvSpPr>
                <p:nvPr/>
              </p:nvSpPr>
              <p:spPr bwMode="auto">
                <a:xfrm>
                  <a:off x="5961063" y="3294063"/>
                  <a:ext cx="269875" cy="269875"/>
                </a:xfrm>
                <a:prstGeom prst="ellipse">
                  <a:avLst/>
                </a:prstGeom>
                <a:solidFill>
                  <a:srgbClr val="8A1538"/>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sp>
              <p:nvSpPr>
                <p:cNvPr id="74" name="Freeform 15">
                  <a:extLst>
                    <a:ext uri="{FF2B5EF4-FFF2-40B4-BE49-F238E27FC236}">
                      <a16:creationId xmlns:a16="http://schemas.microsoft.com/office/drawing/2014/main" id="{6BF3642F-1407-1094-7B3C-E0CF45E83629}"/>
                    </a:ext>
                  </a:extLst>
                </p:cNvPr>
                <p:cNvSpPr>
                  <a:spLocks/>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rgbClr val="FFFFFF"/>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grpSp>
          <p:grpSp>
            <p:nvGrpSpPr>
              <p:cNvPr id="75" name="Group 74">
                <a:extLst>
                  <a:ext uri="{FF2B5EF4-FFF2-40B4-BE49-F238E27FC236}">
                    <a16:creationId xmlns:a16="http://schemas.microsoft.com/office/drawing/2014/main" id="{E26FF4C3-B264-9CEA-EF36-784B3FE64E04}"/>
                  </a:ext>
                </a:extLst>
              </p:cNvPr>
              <p:cNvGrpSpPr>
                <a:grpSpLocks noChangeAspect="1"/>
              </p:cNvGrpSpPr>
              <p:nvPr userDrawn="1"/>
            </p:nvGrpSpPr>
            <p:grpSpPr>
              <a:xfrm flipH="1">
                <a:off x="16118232" y="4642710"/>
                <a:ext cx="457200" cy="457200"/>
                <a:chOff x="5961063" y="3294063"/>
                <a:chExt cx="269875" cy="269875"/>
              </a:xfrm>
            </p:grpSpPr>
            <p:sp>
              <p:nvSpPr>
                <p:cNvPr id="76" name="Oval 14">
                  <a:extLst>
                    <a:ext uri="{FF2B5EF4-FFF2-40B4-BE49-F238E27FC236}">
                      <a16:creationId xmlns:a16="http://schemas.microsoft.com/office/drawing/2014/main" id="{24346788-80EF-9163-3F8E-CF8011DB3B84}"/>
                    </a:ext>
                  </a:extLst>
                </p:cNvPr>
                <p:cNvSpPr>
                  <a:spLocks/>
                </p:cNvSpPr>
                <p:nvPr/>
              </p:nvSpPr>
              <p:spPr bwMode="auto">
                <a:xfrm>
                  <a:off x="5961063" y="3294063"/>
                  <a:ext cx="269875" cy="269875"/>
                </a:xfrm>
                <a:prstGeom prst="ellipse">
                  <a:avLst/>
                </a:prstGeom>
                <a:solidFill>
                  <a:srgbClr val="8A1538"/>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sp>
              <p:nvSpPr>
                <p:cNvPr id="77" name="Freeform 15">
                  <a:extLst>
                    <a:ext uri="{FF2B5EF4-FFF2-40B4-BE49-F238E27FC236}">
                      <a16:creationId xmlns:a16="http://schemas.microsoft.com/office/drawing/2014/main" id="{F7C33EB2-06DA-7A8B-F0A9-C5767EC709D4}"/>
                    </a:ext>
                  </a:extLst>
                </p:cNvPr>
                <p:cNvSpPr>
                  <a:spLocks/>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rgbClr val="FFFFFF"/>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grpSp>
          <p:grpSp>
            <p:nvGrpSpPr>
              <p:cNvPr id="78" name="Group 77">
                <a:extLst>
                  <a:ext uri="{FF2B5EF4-FFF2-40B4-BE49-F238E27FC236}">
                    <a16:creationId xmlns:a16="http://schemas.microsoft.com/office/drawing/2014/main" id="{6AD7C851-A54D-7C94-5D9E-99EC1ABA4114}"/>
                  </a:ext>
                </a:extLst>
              </p:cNvPr>
              <p:cNvGrpSpPr>
                <a:grpSpLocks noChangeAspect="1"/>
              </p:cNvGrpSpPr>
              <p:nvPr userDrawn="1"/>
            </p:nvGrpSpPr>
            <p:grpSpPr>
              <a:xfrm flipH="1">
                <a:off x="18528173" y="4642710"/>
                <a:ext cx="457200" cy="457200"/>
                <a:chOff x="5961063" y="3294063"/>
                <a:chExt cx="269875" cy="269875"/>
              </a:xfrm>
            </p:grpSpPr>
            <p:sp>
              <p:nvSpPr>
                <p:cNvPr id="79" name="Oval 14">
                  <a:extLst>
                    <a:ext uri="{FF2B5EF4-FFF2-40B4-BE49-F238E27FC236}">
                      <a16:creationId xmlns:a16="http://schemas.microsoft.com/office/drawing/2014/main" id="{AAE16EE7-A634-ABD8-7925-DC0BEC33CA40}"/>
                    </a:ext>
                  </a:extLst>
                </p:cNvPr>
                <p:cNvSpPr>
                  <a:spLocks/>
                </p:cNvSpPr>
                <p:nvPr/>
              </p:nvSpPr>
              <p:spPr bwMode="auto">
                <a:xfrm>
                  <a:off x="5961063" y="3294063"/>
                  <a:ext cx="269875" cy="269875"/>
                </a:xfrm>
                <a:prstGeom prst="ellipse">
                  <a:avLst/>
                </a:prstGeom>
                <a:solidFill>
                  <a:srgbClr val="FFFFFF">
                    <a:lumMod val="100000"/>
                  </a:srgb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sp>
              <p:nvSpPr>
                <p:cNvPr id="80" name="Freeform 15">
                  <a:extLst>
                    <a:ext uri="{FF2B5EF4-FFF2-40B4-BE49-F238E27FC236}">
                      <a16:creationId xmlns:a16="http://schemas.microsoft.com/office/drawing/2014/main" id="{40868CEC-9512-EC4E-907D-5309DA1D40B2}"/>
                    </a:ext>
                  </a:extLst>
                </p:cNvPr>
                <p:cNvSpPr>
                  <a:spLocks/>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tx2">
                    <a:lumMod val="100000"/>
                  </a:schemeClr>
                </a:solidFill>
                <a:ln>
                  <a:noFill/>
                </a:ln>
              </p:spPr>
              <p:txBody>
                <a:bodyPr vert="horz" wrap="square" lIns="182880" tIns="91440" rIns="182880" bIns="91440" numCol="1" anchor="t" anchorCtr="0" compatLnSpc="1">
                  <a:prstTxWarp prst="textNoShape">
                    <a:avLst/>
                  </a:prstTxWarp>
                </a:bodyPr>
                <a:lstStyle/>
                <a:p>
                  <a:pPr algn="r" defTabSz="1828800" rtl="1">
                    <a:defRPr/>
                  </a:pPr>
                  <a:endParaRPr lang="ar" sz="3600">
                    <a:solidFill>
                      <a:srgbClr val="000000"/>
                    </a:solidFill>
                    <a:sym typeface="Calibri" panose="020F0502020204030204" pitchFamily="34" charset="0"/>
                  </a:endParaRPr>
                </a:p>
              </p:txBody>
            </p:sp>
          </p:grpSp>
        </p:grpSp>
        <p:sp>
          <p:nvSpPr>
            <p:cNvPr id="32" name="Rectangle 31">
              <a:extLst>
                <a:ext uri="{FF2B5EF4-FFF2-40B4-BE49-F238E27FC236}">
                  <a16:creationId xmlns:a16="http://schemas.microsoft.com/office/drawing/2014/main" id="{776A24D2-65FC-1F76-D190-9F1B417EA910}"/>
                </a:ext>
              </a:extLst>
            </p:cNvPr>
            <p:cNvSpPr>
              <a:spLocks/>
            </p:cNvSpPr>
            <p:nvPr userDrawn="1"/>
          </p:nvSpPr>
          <p:spPr>
            <a:xfrm flipH="1">
              <a:off x="821553" y="5292079"/>
              <a:ext cx="18988046" cy="531398"/>
            </a:xfrm>
            <a:prstGeom prst="rect">
              <a:avLst/>
            </a:prstGeom>
            <a:solidFill>
              <a:srgbClr val="FFFFFF"/>
            </a:solidFill>
            <a:ln w="9525" cap="rnd" cmpd="sng" algn="ctr">
              <a:solidFill>
                <a:schemeClr val="bg2">
                  <a:lumMod val="90000"/>
                </a:schemeClr>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rtl="1"/>
              <a:endParaRPr lang="ar-AE" sz="2000" i="1" dirty="0">
                <a:solidFill>
                  <a:schemeClr val="tx2"/>
                </a:solidFill>
                <a:sym typeface="Calibri" panose="020F0502020204030204" pitchFamily="34" charset="0"/>
              </a:endParaRPr>
            </a:p>
          </p:txBody>
        </p:sp>
      </p:grpSp>
      <p:sp>
        <p:nvSpPr>
          <p:cNvPr id="103" name="Level_Expert">
            <a:extLst>
              <a:ext uri="{FF2B5EF4-FFF2-40B4-BE49-F238E27FC236}">
                <a16:creationId xmlns:a16="http://schemas.microsoft.com/office/drawing/2014/main" id="{4E055F5B-3F30-5B5A-5C63-7789279FFAAC}"/>
              </a:ext>
            </a:extLst>
          </p:cNvPr>
          <p:cNvSpPr>
            <a:spLocks noGrp="1"/>
          </p:cNvSpPr>
          <p:nvPr>
            <p:ph type="body" sz="quarter" idx="18"/>
          </p:nvPr>
        </p:nvSpPr>
        <p:spPr>
          <a:xfrm>
            <a:off x="775883" y="5910130"/>
            <a:ext cx="4625977" cy="6323012"/>
          </a:xfrm>
        </p:spPr>
        <p:txBody>
          <a:bodyPr/>
          <a:lstStyle>
            <a:lvl1pPr marL="457200" indent="-457200">
              <a:spcAft>
                <a:spcPts val="300"/>
              </a:spcAft>
              <a:buClr>
                <a:srgbClr val="8A1538"/>
              </a:buClr>
              <a:buFont typeface="Wingdings" panose="05000000000000000000" pitchFamily="2" charset="2"/>
              <a:buChar char="w"/>
              <a:defRPr lang="en-US" sz="2000" b="0" kern="1200" dirty="0">
                <a:solidFill>
                  <a:srgbClr val="000000"/>
                </a:solidFill>
                <a:latin typeface="Calibri" panose="020F0502020204030204" pitchFamily="34" charset="0"/>
                <a:ea typeface="+mn-ea"/>
                <a:cs typeface="Calibri" panose="020F0502020204030204" pitchFamily="34" charset="0"/>
                <a:sym typeface="Calibri" panose="020F0502020204030204" pitchFamily="34" charset="0"/>
              </a:defRPr>
            </a:lvl1pPr>
          </a:lstStyle>
          <a:p>
            <a:pPr lvl="0"/>
            <a:endParaRPr lang="en-US" dirty="0"/>
          </a:p>
        </p:txBody>
      </p:sp>
      <p:sp>
        <p:nvSpPr>
          <p:cNvPr id="104" name="Level_Advanced">
            <a:extLst>
              <a:ext uri="{FF2B5EF4-FFF2-40B4-BE49-F238E27FC236}">
                <a16:creationId xmlns:a16="http://schemas.microsoft.com/office/drawing/2014/main" id="{E80A056C-7964-1AB8-2789-5BA130048AC5}"/>
              </a:ext>
            </a:extLst>
          </p:cNvPr>
          <p:cNvSpPr>
            <a:spLocks noGrp="1"/>
          </p:cNvSpPr>
          <p:nvPr>
            <p:ph type="body" sz="quarter" idx="19"/>
          </p:nvPr>
        </p:nvSpPr>
        <p:spPr>
          <a:xfrm>
            <a:off x="5595420" y="5910130"/>
            <a:ext cx="4625977" cy="6323012"/>
          </a:xfrm>
        </p:spPr>
        <p:txBody>
          <a:bodyPr/>
          <a:lstStyle>
            <a:lvl1pPr marL="457200" indent="-457200">
              <a:spcAft>
                <a:spcPts val="300"/>
              </a:spcAft>
              <a:buClr>
                <a:srgbClr val="8A1538"/>
              </a:buClr>
              <a:buFont typeface="Wingdings" panose="05000000000000000000" pitchFamily="2" charset="2"/>
              <a:buChar char="w"/>
              <a:defRPr lang="en-US" sz="2000" b="0" kern="1200" dirty="0">
                <a:solidFill>
                  <a:srgbClr val="000000"/>
                </a:solidFill>
                <a:latin typeface="Calibri" panose="020F0502020204030204" pitchFamily="34" charset="0"/>
                <a:ea typeface="+mn-ea"/>
                <a:cs typeface="Calibri" panose="020F0502020204030204" pitchFamily="34" charset="0"/>
                <a:sym typeface="Calibri" panose="020F0502020204030204" pitchFamily="34" charset="0"/>
              </a:defRPr>
            </a:lvl1pPr>
          </a:lstStyle>
          <a:p>
            <a:pPr lvl="0"/>
            <a:endParaRPr lang="en-US" dirty="0"/>
          </a:p>
        </p:txBody>
      </p:sp>
      <p:sp>
        <p:nvSpPr>
          <p:cNvPr id="105" name="Level_Intermediate">
            <a:extLst>
              <a:ext uri="{FF2B5EF4-FFF2-40B4-BE49-F238E27FC236}">
                <a16:creationId xmlns:a16="http://schemas.microsoft.com/office/drawing/2014/main" id="{A637342F-8D38-FEC0-EA73-0CF1BD4F9CE8}"/>
              </a:ext>
            </a:extLst>
          </p:cNvPr>
          <p:cNvSpPr>
            <a:spLocks noGrp="1"/>
          </p:cNvSpPr>
          <p:nvPr>
            <p:ph type="body" sz="quarter" idx="20"/>
          </p:nvPr>
        </p:nvSpPr>
        <p:spPr>
          <a:xfrm>
            <a:off x="10414957" y="5910130"/>
            <a:ext cx="4625977" cy="6323012"/>
          </a:xfrm>
        </p:spPr>
        <p:txBody>
          <a:bodyPr/>
          <a:lstStyle>
            <a:lvl1pPr marL="457200" indent="-457200">
              <a:spcAft>
                <a:spcPts val="300"/>
              </a:spcAft>
              <a:buClr>
                <a:srgbClr val="8A1538"/>
              </a:buClr>
              <a:buFont typeface="Wingdings" panose="05000000000000000000" pitchFamily="2" charset="2"/>
              <a:buChar char="w"/>
              <a:defRPr lang="en-US" sz="2000" b="0" kern="1200" dirty="0">
                <a:solidFill>
                  <a:srgbClr val="000000"/>
                </a:solidFill>
                <a:latin typeface="Calibri" panose="020F0502020204030204" pitchFamily="34" charset="0"/>
                <a:ea typeface="+mn-ea"/>
                <a:cs typeface="Calibri" panose="020F0502020204030204" pitchFamily="34" charset="0"/>
                <a:sym typeface="Calibri" panose="020F0502020204030204" pitchFamily="34" charset="0"/>
              </a:defRPr>
            </a:lvl1pPr>
          </a:lstStyle>
          <a:p>
            <a:pPr lvl="0"/>
            <a:endParaRPr lang="en-US" dirty="0"/>
          </a:p>
        </p:txBody>
      </p:sp>
      <p:sp>
        <p:nvSpPr>
          <p:cNvPr id="106" name="Level_Beginner">
            <a:extLst>
              <a:ext uri="{FF2B5EF4-FFF2-40B4-BE49-F238E27FC236}">
                <a16:creationId xmlns:a16="http://schemas.microsoft.com/office/drawing/2014/main" id="{0B64D82D-EF28-9BD9-4963-F8ECDA75A818}"/>
              </a:ext>
            </a:extLst>
          </p:cNvPr>
          <p:cNvSpPr>
            <a:spLocks noGrp="1"/>
          </p:cNvSpPr>
          <p:nvPr>
            <p:ph type="body" sz="quarter" idx="21"/>
          </p:nvPr>
        </p:nvSpPr>
        <p:spPr>
          <a:xfrm>
            <a:off x="15234494" y="5910130"/>
            <a:ext cx="4625977" cy="6323012"/>
          </a:xfrm>
        </p:spPr>
        <p:txBody>
          <a:bodyPr/>
          <a:lstStyle>
            <a:lvl1pPr marL="457200" indent="-457200">
              <a:spcAft>
                <a:spcPts val="300"/>
              </a:spcAft>
              <a:buClr>
                <a:srgbClr val="8A1538"/>
              </a:buClr>
              <a:buFont typeface="Wingdings" panose="05000000000000000000" pitchFamily="2" charset="2"/>
              <a:buChar char="w"/>
              <a:defRPr lang="en-US" sz="2000" b="0" kern="1200" dirty="0">
                <a:solidFill>
                  <a:srgbClr val="000000"/>
                </a:solidFill>
                <a:latin typeface="Calibri" panose="020F0502020204030204" pitchFamily="34" charset="0"/>
                <a:ea typeface="+mn-ea"/>
                <a:cs typeface="Calibri" panose="020F0502020204030204" pitchFamily="34" charset="0"/>
                <a:sym typeface="Calibri" panose="020F0502020204030204" pitchFamily="34" charset="0"/>
              </a:defRPr>
            </a:lvl1pPr>
          </a:lstStyle>
          <a:p>
            <a:pPr lvl="0"/>
            <a:endParaRPr lang="en-US" dirty="0"/>
          </a:p>
        </p:txBody>
      </p:sp>
      <p:sp>
        <p:nvSpPr>
          <p:cNvPr id="91" name="Topic_Description">
            <a:extLst>
              <a:ext uri="{FF2B5EF4-FFF2-40B4-BE49-F238E27FC236}">
                <a16:creationId xmlns:a16="http://schemas.microsoft.com/office/drawing/2014/main" id="{CAA04A2E-26B7-65AF-466A-96C53B7B43C6}"/>
              </a:ext>
            </a:extLst>
          </p:cNvPr>
          <p:cNvSpPr>
            <a:spLocks noGrp="1"/>
          </p:cNvSpPr>
          <p:nvPr>
            <p:ph type="body" sz="quarter" idx="14"/>
          </p:nvPr>
        </p:nvSpPr>
        <p:spPr>
          <a:xfrm>
            <a:off x="838535" y="5307214"/>
            <a:ext cx="18988046" cy="476960"/>
          </a:xfrm>
        </p:spPr>
        <p:txBody>
          <a:bodyPr anchor="ctr"/>
          <a:lstStyle>
            <a:lvl1pPr algn="ctr">
              <a:defRPr lang="en-US" sz="2000" i="1" kern="1200" dirty="0">
                <a:solidFill>
                  <a:schemeClr val="tx2"/>
                </a:solidFill>
                <a:latin typeface="+mn-lt"/>
                <a:ea typeface="+mn-ea"/>
                <a:cs typeface="+mn-cs"/>
              </a:defRPr>
            </a:lvl1pPr>
          </a:lstStyle>
          <a:p>
            <a:pPr lvl="0"/>
            <a:endParaRPr lang="en-US" dirty="0"/>
          </a:p>
        </p:txBody>
      </p:sp>
      <p:sp>
        <p:nvSpPr>
          <p:cNvPr id="93" name="Topic_Title">
            <a:extLst>
              <a:ext uri="{FF2B5EF4-FFF2-40B4-BE49-F238E27FC236}">
                <a16:creationId xmlns:a16="http://schemas.microsoft.com/office/drawing/2014/main" id="{AE9DD2B7-CE92-C7C7-6C0D-73B2FF29EAE5}"/>
              </a:ext>
            </a:extLst>
          </p:cNvPr>
          <p:cNvSpPr>
            <a:spLocks noGrp="1"/>
          </p:cNvSpPr>
          <p:nvPr>
            <p:ph type="body" sz="quarter" idx="15"/>
          </p:nvPr>
        </p:nvSpPr>
        <p:spPr>
          <a:xfrm>
            <a:off x="19963358" y="5304262"/>
            <a:ext cx="2380474" cy="6942346"/>
          </a:xfrm>
          <a:prstGeom prst="roundRect">
            <a:avLst>
              <a:gd name="adj" fmla="val 5433"/>
            </a:avLst>
          </a:prstGeom>
        </p:spPr>
        <p:txBody>
          <a:bodyPr anchor="ctr"/>
          <a:lstStyle>
            <a:lvl1pPr marL="91440" algn="r">
              <a:defRPr lang="en-US" sz="3400" kern="1200" dirty="0">
                <a:solidFill>
                  <a:schemeClr val="bg1"/>
                </a:solidFill>
                <a:latin typeface="+mn-lt"/>
                <a:ea typeface="+mn-ea"/>
                <a:cs typeface="+mn-cs"/>
              </a:defRPr>
            </a:lvl1pPr>
          </a:lstStyle>
          <a:p>
            <a:pPr lvl="0"/>
            <a:endParaRPr lang="en-US" dirty="0"/>
          </a:p>
        </p:txBody>
      </p:sp>
      <p:sp>
        <p:nvSpPr>
          <p:cNvPr id="97" name="Main_Definition">
            <a:extLst>
              <a:ext uri="{FF2B5EF4-FFF2-40B4-BE49-F238E27FC236}">
                <a16:creationId xmlns:a16="http://schemas.microsoft.com/office/drawing/2014/main" id="{0572982B-4A0A-DC3F-B162-D1F5527D4DA2}"/>
              </a:ext>
            </a:extLst>
          </p:cNvPr>
          <p:cNvSpPr>
            <a:spLocks noGrp="1"/>
          </p:cNvSpPr>
          <p:nvPr>
            <p:ph type="body" sz="quarter" idx="16"/>
          </p:nvPr>
        </p:nvSpPr>
        <p:spPr>
          <a:xfrm>
            <a:off x="918759" y="2713518"/>
            <a:ext cx="21027005" cy="988165"/>
          </a:xfrm>
        </p:spPr>
        <p:txBody>
          <a:bodyPr anchor="ctr"/>
          <a:lstStyle>
            <a:lvl1pPr algn="ctr">
              <a:defRPr lang="en-US" sz="3200" kern="1200" dirty="0">
                <a:solidFill>
                  <a:srgbClr val="8A1538"/>
                </a:solidFill>
                <a:latin typeface="+mn-lt"/>
                <a:ea typeface="+mn-ea"/>
                <a:cs typeface="+mn-cs"/>
              </a:defRPr>
            </a:lvl1pPr>
          </a:lstStyle>
          <a:p>
            <a:pPr lvl="0"/>
            <a:endParaRPr lang="en-US" dirty="0"/>
          </a:p>
        </p:txBody>
      </p:sp>
      <p:sp>
        <p:nvSpPr>
          <p:cNvPr id="101" name="Main_Title">
            <a:extLst>
              <a:ext uri="{FF2B5EF4-FFF2-40B4-BE49-F238E27FC236}">
                <a16:creationId xmlns:a16="http://schemas.microsoft.com/office/drawing/2014/main" id="{0EB392C1-D9D8-B3F7-DAB0-203B72A0D619}"/>
              </a:ext>
            </a:extLst>
          </p:cNvPr>
          <p:cNvSpPr>
            <a:spLocks noGrp="1"/>
          </p:cNvSpPr>
          <p:nvPr>
            <p:ph type="body" sz="quarter" idx="17"/>
          </p:nvPr>
        </p:nvSpPr>
        <p:spPr>
          <a:xfrm>
            <a:off x="9515582" y="1353202"/>
            <a:ext cx="12818832" cy="1057275"/>
          </a:xfrm>
        </p:spPr>
        <p:txBody>
          <a:bodyPr vert="horz" wrap="square" lIns="0" tIns="0" rIns="0" bIns="0" rtlCol="0" anchor="ctr">
            <a:noAutofit/>
          </a:bodyPr>
          <a:lstStyle>
            <a:lvl1pPr marL="91440">
              <a:defRPr lang="en-US" sz="6000" b="1" dirty="0">
                <a:solidFill>
                  <a:schemeClr val="tx2"/>
                </a:solidFill>
                <a:ea typeface="+mj-ea"/>
              </a:defRPr>
            </a:lvl1pPr>
          </a:lstStyle>
          <a:p>
            <a:pPr lvl="0">
              <a:lnSpc>
                <a:spcPct val="90000"/>
              </a:lnSpc>
              <a:spcBef>
                <a:spcPct val="0"/>
              </a:spcBef>
            </a:pPr>
            <a:endParaRPr lang="en-US" dirty="0"/>
          </a:p>
        </p:txBody>
      </p:sp>
      <p:sp>
        <p:nvSpPr>
          <p:cNvPr id="109" name="Header_Department">
            <a:extLst>
              <a:ext uri="{FF2B5EF4-FFF2-40B4-BE49-F238E27FC236}">
                <a16:creationId xmlns:a16="http://schemas.microsoft.com/office/drawing/2014/main" id="{565F325D-973B-4ED7-1094-FF57E4392379}"/>
              </a:ext>
            </a:extLst>
          </p:cNvPr>
          <p:cNvSpPr>
            <a:spLocks noGrp="1"/>
          </p:cNvSpPr>
          <p:nvPr>
            <p:ph type="body" sz="quarter" idx="23"/>
          </p:nvPr>
        </p:nvSpPr>
        <p:spPr>
          <a:xfrm>
            <a:off x="539750" y="1355366"/>
            <a:ext cx="2348706" cy="1091666"/>
          </a:xfrm>
        </p:spPr>
        <p:txBody>
          <a:bodyPr anchor="ctr"/>
          <a:lstStyle>
            <a:lvl1pPr marL="91440" rtl="1">
              <a:defRPr lang="ar-QA" sz="2400" b="0" i="0" u="none" strike="noStrike" smtClean="0">
                <a:solidFill>
                  <a:srgbClr val="8A1538"/>
                </a:solidFill>
                <a:effectLst/>
              </a:defRPr>
            </a:lvl1pPr>
          </a:lstStyle>
          <a:p>
            <a:pPr rtl="1"/>
            <a:endParaRPr lang="ar-QA" b="0" dirty="0">
              <a:effectLst/>
            </a:endParaRPr>
          </a:p>
        </p:txBody>
      </p:sp>
      <p:sp>
        <p:nvSpPr>
          <p:cNvPr id="108" name="Header_Competency">
            <a:extLst>
              <a:ext uri="{FF2B5EF4-FFF2-40B4-BE49-F238E27FC236}">
                <a16:creationId xmlns:a16="http://schemas.microsoft.com/office/drawing/2014/main" id="{094E17B4-F034-3397-EFAB-65F2F0221CDF}"/>
              </a:ext>
            </a:extLst>
          </p:cNvPr>
          <p:cNvSpPr>
            <a:spLocks noGrp="1"/>
          </p:cNvSpPr>
          <p:nvPr>
            <p:ph type="body" sz="quarter" idx="22"/>
          </p:nvPr>
        </p:nvSpPr>
        <p:spPr>
          <a:xfrm>
            <a:off x="539750" y="220663"/>
            <a:ext cx="2348706" cy="1091666"/>
          </a:xfrm>
        </p:spPr>
        <p:txBody>
          <a:bodyPr anchor="ctr"/>
          <a:lstStyle>
            <a:lvl1pPr marL="91440" rtl="1">
              <a:defRPr lang="ar-QA" sz="2400" b="0" i="0" u="none" strike="noStrike" smtClean="0">
                <a:solidFill>
                  <a:srgbClr val="8A1538"/>
                </a:solidFill>
                <a:effectLst/>
              </a:defRPr>
            </a:lvl1pPr>
          </a:lstStyle>
          <a:p>
            <a:pPr rtl="1"/>
            <a:endParaRPr lang="ar-QA" b="0" dirty="0">
              <a:effectLst/>
            </a:endParaRPr>
          </a:p>
        </p:txBody>
      </p:sp>
      <p:sp>
        <p:nvSpPr>
          <p:cNvPr id="112" name="Header_JobGroup">
            <a:extLst>
              <a:ext uri="{FF2B5EF4-FFF2-40B4-BE49-F238E27FC236}">
                <a16:creationId xmlns:a16="http://schemas.microsoft.com/office/drawing/2014/main" id="{8ECE00FA-B0BC-57F8-B10D-CBFAA30ED5C1}"/>
              </a:ext>
            </a:extLst>
          </p:cNvPr>
          <p:cNvSpPr>
            <a:spLocks noGrp="1"/>
          </p:cNvSpPr>
          <p:nvPr>
            <p:ph type="body" sz="quarter" idx="25"/>
          </p:nvPr>
        </p:nvSpPr>
        <p:spPr>
          <a:xfrm>
            <a:off x="4348477" y="1324508"/>
            <a:ext cx="2531748" cy="1125630"/>
          </a:xfrm>
        </p:spPr>
        <p:txBody>
          <a:bodyPr anchor="ctr"/>
          <a:lstStyle>
            <a:lvl1pPr marL="91440" rtl="1">
              <a:defRPr lang="ar-QA" sz="2400" b="0" i="0" u="none" strike="noStrike" smtClean="0">
                <a:solidFill>
                  <a:srgbClr val="8A1538"/>
                </a:solidFill>
                <a:effectLst/>
              </a:defRPr>
            </a:lvl1pPr>
          </a:lstStyle>
          <a:p>
            <a:pPr rtl="1"/>
            <a:endParaRPr lang="ar-QA" b="0" dirty="0">
              <a:effectLst/>
            </a:endParaRPr>
          </a:p>
        </p:txBody>
      </p:sp>
      <p:sp>
        <p:nvSpPr>
          <p:cNvPr id="110" name="Header_CompType">
            <a:extLst>
              <a:ext uri="{FF2B5EF4-FFF2-40B4-BE49-F238E27FC236}">
                <a16:creationId xmlns:a16="http://schemas.microsoft.com/office/drawing/2014/main" id="{E54E90BE-AE58-BE86-E663-27758A235837}"/>
              </a:ext>
            </a:extLst>
          </p:cNvPr>
          <p:cNvSpPr>
            <a:spLocks noGrp="1"/>
          </p:cNvSpPr>
          <p:nvPr>
            <p:ph type="body" sz="quarter" idx="24"/>
          </p:nvPr>
        </p:nvSpPr>
        <p:spPr>
          <a:xfrm>
            <a:off x="4348477" y="220662"/>
            <a:ext cx="2531748" cy="1091667"/>
          </a:xfrm>
        </p:spPr>
        <p:txBody>
          <a:bodyPr anchor="ctr"/>
          <a:lstStyle>
            <a:lvl1pPr marL="91440" rtl="1">
              <a:defRPr lang="ar-QA" sz="2400" b="0" i="0" u="none" strike="noStrike" smtClean="0">
                <a:solidFill>
                  <a:srgbClr val="8A1538"/>
                </a:solidFill>
                <a:effectLst/>
              </a:defRPr>
            </a:lvl1pPr>
          </a:lstStyle>
          <a:p>
            <a:pPr rtl="1"/>
            <a:endParaRPr lang="ar-QA" b="0" dirty="0">
              <a:effectLst/>
            </a:endParaRPr>
          </a:p>
        </p:txBody>
      </p:sp>
    </p:spTree>
    <p:extLst>
      <p:ext uri="{BB962C8B-B14F-4D97-AF65-F5344CB8AC3E}">
        <p14:creationId xmlns:p14="http://schemas.microsoft.com/office/powerpoint/2010/main" val="42733211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1.emf"/><Relationship Id="rId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3"/>
            </p:custDataLst>
            <p:extLst>
              <p:ext uri="{D42A27DB-BD31-4B8C-83A1-F6EECF244321}">
                <p14:modId xmlns:p14="http://schemas.microsoft.com/office/powerpoint/2010/main" val="20262456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813032" y="1238906"/>
            <a:ext cx="21521382" cy="1067907"/>
          </a:xfrm>
          <a:prstGeom prst="rect">
            <a:avLst/>
          </a:prstGeom>
        </p:spPr>
        <p:txBody>
          <a:bodyPr vert="horz" wrap="square" lIns="0" tIns="0" rIns="0" bIns="0" rtlCol="0" anchor="t">
            <a:noAutofit/>
          </a:bodyPr>
          <a:lstStyle/>
          <a:p>
            <a:r>
              <a:rPr lang="ar-JO"/>
              <a:t>انقر لتعديل العنوان الرئيسي</a:t>
            </a:r>
            <a:endParaRPr lang="en-US"/>
          </a:p>
        </p:txBody>
      </p:sp>
      <p:sp>
        <p:nvSpPr>
          <p:cNvPr id="3" name="Text Placeholder 2"/>
          <p:cNvSpPr>
            <a:spLocks noGrp="1"/>
          </p:cNvSpPr>
          <p:nvPr>
            <p:ph type="body" idx="1"/>
          </p:nvPr>
        </p:nvSpPr>
        <p:spPr>
          <a:xfrm>
            <a:off x="539750" y="2489200"/>
            <a:ext cx="21783241" cy="8737600"/>
          </a:xfrm>
          <a:prstGeom prst="rect">
            <a:avLst/>
          </a:prstGeom>
        </p:spPr>
        <p:txBody>
          <a:bodyPr vert="horz" lIns="0" tIns="0" rIns="0" bIns="0" rtlCol="0">
            <a:noAutofit/>
          </a:bodyPr>
          <a:lstStyle/>
          <a:p>
            <a:pPr marL="0" marR="0" lvl="0" indent="0" algn="r" defTabSz="1828834" rtl="1" eaLnBrk="1" fontAlgn="auto" latinLnBrk="0" hangingPunct="1">
              <a:lnSpc>
                <a:spcPct val="110000"/>
              </a:lnSpc>
              <a:spcBef>
                <a:spcPts val="0"/>
              </a:spcBef>
              <a:spcAft>
                <a:spcPts val="1600"/>
              </a:spcAft>
              <a:buClrTx/>
              <a:buSzTx/>
              <a:buFont typeface="Arial" panose="020B0604020202020204" pitchFamily="34" charset="0"/>
              <a:buNone/>
              <a:tabLst/>
              <a:defRPr/>
            </a:pPr>
            <a:r>
              <a:rPr lang="ar-JO" dirty="0"/>
              <a:t>هذا نص تجريبي لاختبار شكل وحجم النصوص وطريقة عرضها في هذا المكان وحجم ولون الخط حيث يتم التحكم في هذا النص وامكانية تغييرة في اي وقت عن طريق ادارة الموقع. يتم اضافة هذا النص كنص تجريبي للمعاينة فقط وهو لا يعبر عن أي موضوع محدد انما لتحديد الشكل العام للقسم او الصفحة أو الموقع.</a:t>
            </a:r>
            <a:br>
              <a:rPr lang="ar-JO" dirty="0"/>
            </a:br>
            <a:r>
              <a:rPr lang="ar-JO" dirty="0"/>
              <a:t>انقر لتعديل النص الرئيسي:</a:t>
            </a:r>
          </a:p>
          <a:p>
            <a:pPr lvl="1"/>
            <a:r>
              <a:rPr lang="ar-JO" dirty="0"/>
              <a:t>المستوى الثاني</a:t>
            </a:r>
            <a:endParaRPr lang="en-US" dirty="0"/>
          </a:p>
          <a:p>
            <a:pPr lvl="2"/>
            <a:r>
              <a:rPr lang="ar-JO" dirty="0"/>
              <a:t>المستوى الثالث</a:t>
            </a:r>
            <a:endParaRPr lang="en-US" dirty="0"/>
          </a:p>
          <a:p>
            <a:pPr lvl="3"/>
            <a:r>
              <a:rPr lang="ar-JO" dirty="0"/>
              <a:t>المستوى الرابع</a:t>
            </a:r>
            <a:endParaRPr lang="en-US" dirty="0"/>
          </a:p>
          <a:p>
            <a:pPr lvl="4"/>
            <a:r>
              <a:rPr lang="ar-JO" dirty="0"/>
              <a:t>المستوى الخامس</a:t>
            </a:r>
            <a:endParaRPr lang="en-QA" dirty="0"/>
          </a:p>
        </p:txBody>
      </p:sp>
    </p:spTree>
    <p:extLst>
      <p:ext uri="{BB962C8B-B14F-4D97-AF65-F5344CB8AC3E}">
        <p14:creationId xmlns:p14="http://schemas.microsoft.com/office/powerpoint/2010/main" val="1299047895"/>
      </p:ext>
    </p:extLst>
  </p:cSld>
  <p:clrMap bg1="lt1" tx1="dk1" bg2="lt2" tx2="dk2" accent1="accent1" accent2="accent2" accent3="accent3" accent4="accent4" accent5="accent5" accent6="accent6" hlink="hlink" folHlink="folHlink"/>
  <p:sldLayoutIdLst>
    <p:sldLayoutId id="2147483848" r:id="rId1"/>
  </p:sldLayoutIdLst>
  <p:hf hdr="0" ftr="0" dt="0"/>
  <p:txStyles>
    <p:titleStyle>
      <a:lvl1pPr algn="r" defTabSz="1828834" rtl="1" eaLnBrk="1" latinLnBrk="0" hangingPunct="1">
        <a:lnSpc>
          <a:spcPct val="90000"/>
        </a:lnSpc>
        <a:spcBef>
          <a:spcPct val="0"/>
        </a:spcBef>
        <a:buNone/>
        <a:defRPr sz="6000" b="1" kern="1200">
          <a:solidFill>
            <a:schemeClr val="tx2"/>
          </a:solidFill>
          <a:latin typeface="Calibri" panose="020F0502020204030204" pitchFamily="34" charset="0"/>
          <a:ea typeface="+mj-ea"/>
          <a:cs typeface="Calibri" panose="020F0502020204030204" pitchFamily="34" charset="0"/>
          <a:sym typeface="Calibri" panose="020F0502020204030204" pitchFamily="34" charset="0"/>
        </a:defRPr>
      </a:lvl1pPr>
    </p:titleStyle>
    <p:bodyStyle>
      <a:lvl1pPr marL="0" indent="0" algn="r" defTabSz="1828834" rtl="1" eaLnBrk="1" latinLnBrk="0" hangingPunct="1">
        <a:lnSpc>
          <a:spcPct val="110000"/>
        </a:lnSpc>
        <a:spcBef>
          <a:spcPts val="0"/>
        </a:spcBef>
        <a:spcAft>
          <a:spcPts val="1600"/>
        </a:spcAft>
        <a:buFont typeface="Arial" panose="020B0604020202020204" pitchFamily="34" charset="0"/>
        <a:buNone/>
        <a:defRPr sz="2800" b="0" kern="1200">
          <a:solidFill>
            <a:schemeClr val="tx1"/>
          </a:solidFill>
          <a:latin typeface="Calibri" panose="020F0502020204030204" pitchFamily="34" charset="0"/>
          <a:ea typeface="+mn-ea"/>
          <a:cs typeface="Calibri" panose="020F0502020204030204" pitchFamily="34" charset="0"/>
          <a:sym typeface="Calibri" panose="020F0502020204030204" pitchFamily="34" charset="0"/>
        </a:defRPr>
      </a:lvl1pPr>
      <a:lvl2pPr marL="0" indent="0" algn="r" defTabSz="1828834" rtl="1" eaLnBrk="1" latinLnBrk="0" hangingPunct="1">
        <a:lnSpc>
          <a:spcPct val="110000"/>
        </a:lnSpc>
        <a:spcBef>
          <a:spcPts val="0"/>
        </a:spcBef>
        <a:spcAft>
          <a:spcPts val="1600"/>
        </a:spcAft>
        <a:buFont typeface="Arial" panose="020B0604020202020204" pitchFamily="34" charset="0"/>
        <a:buNone/>
        <a:defRPr sz="4000" b="0" kern="1200">
          <a:solidFill>
            <a:schemeClr val="tx2"/>
          </a:solidFill>
          <a:latin typeface="Calibri" panose="020F0502020204030204" pitchFamily="34" charset="0"/>
          <a:ea typeface="+mn-ea"/>
          <a:cs typeface="Calibri" panose="020F0502020204030204" pitchFamily="34" charset="0"/>
          <a:sym typeface="Calibri" panose="020F0502020204030204" pitchFamily="34" charset="0"/>
        </a:defRPr>
      </a:lvl2pPr>
      <a:lvl3pPr marL="457200" indent="-457200" algn="r" defTabSz="1828834" rtl="1" eaLnBrk="1" latinLnBrk="0" hangingPunct="1">
        <a:lnSpc>
          <a:spcPct val="110000"/>
        </a:lnSpc>
        <a:spcBef>
          <a:spcPts val="0"/>
        </a:spcBef>
        <a:spcAft>
          <a:spcPts val="1600"/>
        </a:spcAft>
        <a:buClr>
          <a:schemeClr val="tx2"/>
        </a:buClr>
        <a:buFont typeface="Wingdings" panose="05000000000000000000" pitchFamily="2" charset="2"/>
        <a:buChar char=""/>
        <a:defRPr sz="3200" kern="1200">
          <a:solidFill>
            <a:schemeClr val="tx1"/>
          </a:solidFill>
          <a:latin typeface="Calibri" panose="020F0502020204030204" pitchFamily="34" charset="0"/>
          <a:ea typeface="+mn-ea"/>
          <a:cs typeface="Calibri" panose="020F0502020204030204" pitchFamily="34" charset="0"/>
          <a:sym typeface="Calibri" panose="020F0502020204030204" pitchFamily="34" charset="0"/>
        </a:defRPr>
      </a:lvl3pPr>
      <a:lvl4pPr marL="960012" indent="-480006" algn="r" defTabSz="1828834" rtl="1" eaLnBrk="1" latinLnBrk="0" hangingPunct="1">
        <a:lnSpc>
          <a:spcPct val="110000"/>
        </a:lnSpc>
        <a:spcBef>
          <a:spcPts val="0"/>
        </a:spcBef>
        <a:spcAft>
          <a:spcPts val="1600"/>
        </a:spcAft>
        <a:buClr>
          <a:schemeClr val="tx2"/>
        </a:buClr>
        <a:buFont typeface="Wingdings" panose="05000000000000000000" pitchFamily="2" charset="2"/>
        <a:buChar char=""/>
        <a:defRPr sz="3200" kern="1200">
          <a:solidFill>
            <a:schemeClr val="tx1"/>
          </a:solidFill>
          <a:latin typeface="Calibri" panose="020F0502020204030204" pitchFamily="34" charset="0"/>
          <a:ea typeface="+mn-ea"/>
          <a:cs typeface="Calibri" panose="020F0502020204030204" pitchFamily="34" charset="0"/>
          <a:sym typeface="Calibri" panose="020F0502020204030204" pitchFamily="34" charset="0"/>
        </a:defRPr>
      </a:lvl4pPr>
      <a:lvl5pPr marL="1440018" indent="-480006" algn="r" defTabSz="1828834" rtl="1" eaLnBrk="1" latinLnBrk="0" hangingPunct="1">
        <a:lnSpc>
          <a:spcPct val="110000"/>
        </a:lnSpc>
        <a:spcBef>
          <a:spcPts val="0"/>
        </a:spcBef>
        <a:spcAft>
          <a:spcPts val="1600"/>
        </a:spcAft>
        <a:buClr>
          <a:schemeClr val="tx2"/>
        </a:buClr>
        <a:buFont typeface="Wingdings" panose="05000000000000000000" pitchFamily="2" charset="2"/>
        <a:buChar char=""/>
        <a:defRPr sz="3200" kern="1200">
          <a:solidFill>
            <a:schemeClr val="tx1"/>
          </a:solidFill>
          <a:latin typeface="Calibri" panose="020F0502020204030204" pitchFamily="34" charset="0"/>
          <a:ea typeface="+mn-ea"/>
          <a:cs typeface="Calibri" panose="020F0502020204030204" pitchFamily="34" charset="0"/>
          <a:sym typeface="Calibri" panose="020F0502020204030204" pitchFamily="34" charset="0"/>
        </a:defRPr>
      </a:lvl5pPr>
      <a:lvl6pPr marL="1920024" indent="-480006" algn="l" defTabSz="1828834" rtl="0" eaLnBrk="1" latinLnBrk="0" hangingPunct="1">
        <a:lnSpc>
          <a:spcPct val="110000"/>
        </a:lnSpc>
        <a:spcBef>
          <a:spcPts val="0"/>
        </a:spcBef>
        <a:spcAft>
          <a:spcPts val="1600"/>
        </a:spcAft>
        <a:buFont typeface="Arial" panose="020B0604020202020204" pitchFamily="34" charset="0"/>
        <a:buChar char="•"/>
        <a:defRPr sz="3200" kern="1200">
          <a:solidFill>
            <a:schemeClr val="tx1"/>
          </a:solidFill>
          <a:latin typeface="+mn-lt"/>
          <a:ea typeface="+mn-ea"/>
          <a:cs typeface="+mn-cs"/>
        </a:defRPr>
      </a:lvl6pPr>
      <a:lvl7pPr marL="5943714" indent="-457208" algn="l" defTabSz="18288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131" indent="-457208" algn="l" defTabSz="18288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548" indent="-457208" algn="l" defTabSz="18288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34" rtl="0" eaLnBrk="1" latinLnBrk="0" hangingPunct="1">
        <a:defRPr sz="3600" kern="1200">
          <a:solidFill>
            <a:schemeClr val="tx1"/>
          </a:solidFill>
          <a:latin typeface="+mn-lt"/>
          <a:ea typeface="+mn-ea"/>
          <a:cs typeface="+mn-cs"/>
        </a:defRPr>
      </a:lvl1pPr>
      <a:lvl2pPr marL="914419" algn="l" defTabSz="1828834" rtl="0" eaLnBrk="1" latinLnBrk="0" hangingPunct="1">
        <a:defRPr sz="3600" kern="1200">
          <a:solidFill>
            <a:schemeClr val="tx1"/>
          </a:solidFill>
          <a:latin typeface="+mn-lt"/>
          <a:ea typeface="+mn-ea"/>
          <a:cs typeface="+mn-cs"/>
        </a:defRPr>
      </a:lvl2pPr>
      <a:lvl3pPr marL="1828834" algn="l" defTabSz="1828834" rtl="0" eaLnBrk="1" latinLnBrk="0" hangingPunct="1">
        <a:defRPr sz="3600" kern="1200">
          <a:solidFill>
            <a:schemeClr val="tx1"/>
          </a:solidFill>
          <a:latin typeface="+mn-lt"/>
          <a:ea typeface="+mn-ea"/>
          <a:cs typeface="+mn-cs"/>
        </a:defRPr>
      </a:lvl3pPr>
      <a:lvl4pPr marL="2743253" algn="l" defTabSz="1828834" rtl="0" eaLnBrk="1" latinLnBrk="0" hangingPunct="1">
        <a:defRPr sz="3600" kern="1200">
          <a:solidFill>
            <a:schemeClr val="tx1"/>
          </a:solidFill>
          <a:latin typeface="+mn-lt"/>
          <a:ea typeface="+mn-ea"/>
          <a:cs typeface="+mn-cs"/>
        </a:defRPr>
      </a:lvl4pPr>
      <a:lvl5pPr marL="3657670" algn="l" defTabSz="1828834" rtl="0" eaLnBrk="1" latinLnBrk="0" hangingPunct="1">
        <a:defRPr sz="3600" kern="1200">
          <a:solidFill>
            <a:schemeClr val="tx1"/>
          </a:solidFill>
          <a:latin typeface="+mn-lt"/>
          <a:ea typeface="+mn-ea"/>
          <a:cs typeface="+mn-cs"/>
        </a:defRPr>
      </a:lvl5pPr>
      <a:lvl6pPr marL="4572086" algn="l" defTabSz="1828834" rtl="0" eaLnBrk="1" latinLnBrk="0" hangingPunct="1">
        <a:defRPr sz="3600" kern="1200">
          <a:solidFill>
            <a:schemeClr val="tx1"/>
          </a:solidFill>
          <a:latin typeface="+mn-lt"/>
          <a:ea typeface="+mn-ea"/>
          <a:cs typeface="+mn-cs"/>
        </a:defRPr>
      </a:lvl6pPr>
      <a:lvl7pPr marL="5486503" algn="l" defTabSz="1828834" rtl="0" eaLnBrk="1" latinLnBrk="0" hangingPunct="1">
        <a:defRPr sz="3600" kern="1200">
          <a:solidFill>
            <a:schemeClr val="tx1"/>
          </a:solidFill>
          <a:latin typeface="+mn-lt"/>
          <a:ea typeface="+mn-ea"/>
          <a:cs typeface="+mn-cs"/>
        </a:defRPr>
      </a:lvl7pPr>
      <a:lvl8pPr marL="6400923" algn="l" defTabSz="1828834" rtl="0" eaLnBrk="1" latinLnBrk="0" hangingPunct="1">
        <a:defRPr sz="3600" kern="1200">
          <a:solidFill>
            <a:schemeClr val="tx1"/>
          </a:solidFill>
          <a:latin typeface="+mn-lt"/>
          <a:ea typeface="+mn-ea"/>
          <a:cs typeface="+mn-cs"/>
        </a:defRPr>
      </a:lvl8pPr>
      <a:lvl9pPr marL="7315339" algn="l" defTabSz="1828834"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40">
          <p15:clr>
            <a:srgbClr val="F26B43"/>
          </p15:clr>
        </p15:guide>
        <p15:guide id="3" pos="5420">
          <p15:clr>
            <a:srgbClr val="F26B43"/>
          </p15:clr>
        </p15:guide>
        <p15:guide id="8" orient="horz" pos="112">
          <p15:clr>
            <a:srgbClr val="F26B43"/>
          </p15:clr>
        </p15:guide>
        <p15:guide id="9" orient="horz" pos="713">
          <p15:clr>
            <a:srgbClr val="F26B43"/>
          </p15:clr>
        </p15:guide>
        <p15:guide id="10" orient="horz" pos="2777">
          <p15:clr>
            <a:srgbClr val="F26B43"/>
          </p15:clr>
        </p15:guide>
        <p15:guide id="11" pos="14088" userDrawn="1">
          <p15:clr>
            <a:srgbClr val="F26B43"/>
          </p15:clr>
        </p15:guide>
      </p15:sldGuideLst>
    </p:ext>
  </p:extLst>
</p:sldMaster>
</file>

<file path=ppt/tags/tag1.xml><?xml version="1.0" encoding="utf-8"?>
<p:tagLst xmlns:a="http://schemas.openxmlformats.org/drawingml/2006/main" xmlns:r="http://schemas.openxmlformats.org/officeDocument/2006/relationships" xmlns:p="http://schemas.openxmlformats.org/presentationml/2006/main">
  <p:tag name="EE4P_STYLE_NAME" val="Civil Service and Government Development Bureau - State of Qatar Client Custom"/>
  <p:tag name="THINKCELLPRESENTATIONDONOTDELETE" val="&lt;?xml version=&quot;1.0&quot; encoding=&quot;UTF-16&quot; standalone=&quot;yes&quot;?&gt;&lt;root reqver=&quot;27037&quot;&gt;&lt;version val=&quot;3291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 name="EE4P_MASTERWIZARD_MARGINS" val="0"/>
  <p:tag name="EE4P_MASTERWIZARD_DRAFT" val="0"/>
  <p:tag name="EE4P_AGENDAWIZARD" val="&lt;ee4p&gt;&lt;layouts&gt;&lt;layout name=&quot;Grayed out&quot; id=&quot;227_1&quot;&gt;&lt;standard&gt;&lt;textframe horizontalAnchor=&quot;1&quot; marginBottom=&quot;0&quot; marginLeft=&quot;0&quot; marginRight=&quot;0&quot; marginTop=&quot;0&quot; orientation=&quot;1&quot; verticalAnchor=&quot;1&quot; /&gt;&lt;font name=&quot;Calibri&quot; bold=&quot;&quot; italic=&quot;0&quot; color=&quot;#b2b2b2&quot; /&gt;&lt;paragraphformat firstLineIndent=&quot;0&quot; leftIndent=&quot;0&quot; rightIndent=&quot;0&quot; lineRuleBefore=&quot;&quot; lineRuleWithin=&quot;&quot; lineRuleAfter=&quot;&quot; spaceBefore=&quot;&quot; spaceWithin=&quot;&quot; spaceAfter=&quot;&quot; /&gt;&lt;fill visible=&quot;0&quot; /&gt;&lt;line visible=&quot;0&quot; /&gt;&lt;bulletformat visible=&quot;0&quot; /&gt;&lt;/standard&gt;&lt;agenda name=&quot;New Agenda&quot; title=&quot;&quot; subtitle=&quot;Agenda&quot; sizingModeId=&quot;1&quot; fontSize=&quot;45&quot; startTime=&quot;540&quot; timeFormatId=&quot;1&quot; startItemNo=&quot;1&quot; createSingleAgendaSlide=&quot;1&quot; createSeparatingSlides=&quot;1&quot; createBackupSlide=&quot;1&quot; fontSizeAuto=&quot;1&quot; /&gt;&lt;columns&gt;&lt;column field=&quot;itemno&quot; label=&quot;No.&quot; checked=&quot;0&quot; leftSpacing=&quot;0&quot; rightSpacing=&quot;0&quot; dock=&quot;1&quot; /&gt;&lt;column field=&quot;topic&quot; label=&quot;Topic&quot; leftSpacing=&quot;0&quot; rightDistribute=&quot;1&quot; dock=&quot;1&quot; /&gt;&lt;column field=&quot;responsible&quot; label=&quot;Responsible&quot; visible=&quot;1&quot; checked=&quot;1&quot; leftSpacing=&quot;15&quot; rightDistribute=&quot;1&quot; dock=&quot;1&quot; /&gt;&lt;column field=&quot;freecolumn&quot; label=&quot;&quot; visible=&quot;1&quot; checked=&quot;0&quot; leftSpacing=&quot;15&quot; rightDistribute=&quot;1&quot; dock=&quot;1&quot; /&gt;&lt;column field=&quot;timeslot&quot; label=&quot;Time Slot&quot; visible=&quot;1&quot; checked=&quot;0&quot; leftSpacing=&quot;15&quot; rightSpacing=&quot;0&quot; dock=&quot;2&quot; /&gt;&lt;column field=&quot;pageno&quot; label=&quot;Page No.&quot; visible=&quot;1&quot; checked=&quot;0&quot; leftSpacing=&quot;15&quot; rightSpacing=&quot;0&quot; dock=&quot;2&quot; /&gt;&lt;/columns&gt;&lt;position left=&quot;161.3846&quot; top=&quot;232.3636&quot; width=&quot;1597.231&quot; height=&quot;731.8103&quot; /&gt;&lt;settings allowedSizingModeIds=&quot;1|2&quot; allowedFontSizes=&quot;8|9|10.5|11|12|14&quot; allowedTimeFormatIds=&quot;1|2|3&quot; slideLayout=&quot;11&quot; customLayoutName=&quot;Full width|Free Content|Presentation¦Full Width&quot; customLayoutIndex=&quot;&quot; showBreak=&quot;1&quot; singleAgendaSlideSelected=&quot;1&quot; backupSlideTitle=&quot;Backup: %agendaTitle%&quot; backupSlideSubtitle=&quot;%agendaName%&quot; topMargin=&quot;0.365&quot; leftMargin=&quot;0&quot; allowedLevels=&quot;4&quot; itemNoFormats=&quot;{1}¦{1}.{2}¦{3:alphaLC}¦{3:alphaLC}.{4:alphaLC}&quot; alwaysSelectTopLevel=&quot;1&quot; /&gt;&lt;!-- Agenda item formats --&gt;&lt;cases&gt;&lt;case level=&quot;1&quot; selected=&quot;0&quot; break=&quot;0&quot; topMinSpacing=&quot;10&quot; topMaxSpacing=&quot;30&quot; bottomMinSpacing=&quot;0&quot; bottomMaxSpacing=&quot;0&quot;&gt;&lt;element field=&quot;topic&quot; type=&quot;autoshape&quot; autoShapeType=&quot;1&quot;&gt;&lt;paragraphformat alignment=&quot;1&quot; /&gt;&lt;font bold=&quot;1&quot; /&gt;&lt;/element&gt;&lt;element field=&quot;responsible&quot; type=&quot;autoshape&quot; autoShapeType=&quot;1&quot;&gt;&lt;paragraphformat alignment=&quot;1&quot; /&gt;&lt;font bold=&quot;1&quot; /&gt;&lt;/element&gt;&lt;element field=&quot;freecolumn&quot; type=&quot;autoshape&quot; autoShapeType=&quot;1&quot;&gt;&lt;paragraphformat alignment=&quot;1&quot; /&gt;&lt;font bold=&quot;1&quot; /&gt;&lt;/element&gt;&lt;element field=&quot;timeslot&quot; type=&quot;autoshape&quot; autoShapeType=&quot;1&quot;&gt;&lt;paragraphformat alignment=&quot;1&quot; /&gt;&lt;font bold=&quot;1&quot; /&gt;&lt;/element&gt;&lt;element field=&quot;pageno&quot; type=&quot;autoshape&quot; autoShapeType=&quot;1&quot;&gt;&lt;paragraphformat alignment=&quot;3&quot; /&gt;&lt;font bold=&quot;1&quot; /&gt;&lt;/element&gt;&lt;/case&gt;&lt;case level=&quot;1&quot; selected=&quot;1&quot; break=&quot;0&quot; topMinSpacing=&quot;10&quot; topMaxSpacing=&quot;30&quot; bottomMinSpacing=&quot;0&quot; bottomMaxSpacing=&quot;0&quot;&gt;&lt;element field=&quot;topic&quot; type=&quot;autoshape&quot; autoShapeType=&quot;1&quot;&gt;&lt;paragraphformat alignment=&quot;1&quot; /&gt;&lt;font color=&quot;15&quot; bold=&quot;1&quot; /&gt;&lt;/element&gt;&lt;element field=&quot;responsible&quot; type=&quot;autoshape&quot; autoShapeType=&quot;1&quot;&gt;&lt;paragraphformat alignment=&quot;1&quot; /&gt;&lt;font color=&quot;15&quot; bold=&quot;1&quot; /&gt;&lt;/element&gt;&lt;element field=&quot;freecolumn&quot; type=&quot;autoshape&quot; autoShapeType=&quot;1&quot;&gt;&lt;paragraphformat alignment=&quot;1&quot; /&gt;&lt;font color=&quot;15&quot; bold=&quot;1&quot; /&gt;&lt;/element&gt;&lt;element field=&quot;timeslot&quot; type=&quot;autoshape&quot; autoShapeType=&quot;1&quot;&gt;&lt;paragraphformat alignment=&quot;1&quot; /&gt;&lt;font color=&quot;15&quot; bold=&quot;1&quot; /&gt;&lt;/element&gt;&lt;element field=&quot;pageno&quot; type=&quot;autoshape&quot; autoShapeType=&quot;1&quot;&gt;&lt;paragraphformat alignment=&quot;3&quot; /&gt;&lt;font color=&quot;15&quot; bold=&quot;1&quot; /&gt;&lt;/element&gt;&lt;/case&gt;&lt;case level=&quot;2&quot; selected=&quot;0&quot; break=&quot;0&quot; topMinSpacing=&quot;2&quot; topMaxSpacing=&quot;5&quot; bottomMinSpacing=&quot;0&quot; bottomMaxSpacing=&quot;0&quot;&gt;&lt;element field=&quot;topic&quot; type=&quot;autoshape&quot; autoShapeType=&quot;1&quot;&gt;&lt;bulletformat visible=&quot;1&quot; character=&quot;8226&quot; relativeSize=&quot;1&quot; font=&quot;Arial&quot; color=&quot;#b2b2b2&quot; /&gt;&lt;paragraphformat firstLineIndent=&quot;-0.675&quot; leftIndent=&quot;1.12*(level-1)&quot; alignment=&quot;1&quot; /&gt;&lt;/element&gt;&lt;element field=&quot;responsible&quot; type=&quot;autoshape&quot; autoShapeType=&quot;1&quot;&gt;&lt;paragraphformat alignment=&quot;1&quot; /&gt;&lt;/element&gt;&lt;element field=&quot;freecolumn&quot; type=&quot;autoshape&quot; autoShapeType=&quot;1&quot;&gt;&lt;paragraphformat alignment=&quot;1&quot; /&gt;&lt;/element&gt;&lt;element field=&quot;timeslot&quot; type=&quot;autoshape&quot; autoShapeType=&quot;1&quot;&gt;&lt;paragraphformat alignment=&quot;1&quot; /&gt;&lt;/element&gt;&lt;element field=&quot;pageno&quot; type=&quot;autoshape&quot; autoShapeType=&quot;1&quot;&gt;&lt;paragraphformat alignment=&quot;3&quot; /&gt;&lt;/element&gt;&lt;/case&gt;&lt;case level=&quot;2&quot; selected=&quot;1&quot; break=&quot;0&quot; topMinSpacing=&quot;2&quot; topMaxSpacing=&quot;5&quot; bottomMinSpacing=&quot;0&quot; bottomMaxSpacing=&quot;0&quot;&gt;&lt;element field=&quot;topic&quot; type=&quot;autoshape&quot; autoShapeType=&quot;1&quot;&gt;&lt;bulletformat visible=&quot;1&quot; character=&quot;8226&quot; relativeSize=&quot;1&quot; font=&quot;Arial&quot; color=&quot;15&quot; /&gt;&lt;paragraphformat firstLineIndent=&quot;-0.675&quot; leftIndent=&quot;1.12*(level-1)&quot; alignment=&quot;1&quot; /&gt;&lt;font color=&quot;15&quot; /&gt;&lt;/element&gt;&lt;element field=&quot;responsible&quot; type=&quot;autoshape&quot; autoShapeType=&quot;1&quot;&gt;&lt;paragraphformat alignment=&quot;1&quot; /&gt;&lt;font color=&quot;15&quot; /&gt;&lt;/element&gt;&lt;element field=&quot;freecolumn&quot; type=&quot;autoshape&quot; autoShapeType=&quot;1&quot;&gt;&lt;paragraphformat alignment=&quot;1&quot; /&gt;&lt;font color=&quot;15&quot; /&gt;&lt;/element&gt;&lt;element field=&quot;timeslot&quot; type=&quot;autoshape&quot; autoShapeType=&quot;1&quot;&gt;&lt;paragraphformat alignment=&quot;1&quot; /&gt;&lt;font color=&quot;15&quot; /&gt;&lt;/element&gt;&lt;element field=&quot;pageno&quot; type=&quot;autoshape&quot; autoShapeType=&quot;1&quot;&gt;&lt;paragraphformat alignment=&quot;3&quot; /&gt;&lt;font color=&quot;15&quot; /&gt;&lt;/element&gt;&lt;/case&gt;&lt;case level=&quot;1&quot; selected=&quot;0&quot; break=&quot;1&quot; topMinSpacing=&quot;10&quot; topMaxSpacing=&quot;30&quot; bottomMinSpacing=&quot;0&quot; bottomMaxSpacing=&quot;0&quot;&gt;&lt;element field=&quot;topic&quot; type=&quot;autoshape&quot; autoShapeType=&quot;1&quot;&gt;&lt;paragraphformat alignment=&quot;1&quot; /&gt;&lt;font italic=&quot;1&quot; /&gt;&lt;/element&gt;&lt;element field=&quot;responsible&quot; type=&quot;autoshape&quot; autoShapeType=&quot;1&quot;&gt;&lt;paragraphformat alignment=&quot;1&quot; /&gt;&lt;font italic=&quot;1&quot; /&gt;&lt;/element&gt;&lt;element field=&quot;freecolumn&quot; type=&quot;autoshape&quot; autoShapeType=&quot;1&quot;&gt;&lt;paragraphformat alignment=&quot;1&quot; /&gt;&lt;font italic=&quot;1&quot; /&gt;&lt;/element&gt;&lt;element field=&quot;timeslot&quot; type=&quot;autoshape&quot; autoShapeType=&quot;1&quot;&gt;&lt;paragraphformat alignment=&quot;1&quot; /&gt;&lt;font italic=&quot;1&quot; /&gt;&lt;/element&gt;&lt;element field=&quot;pageno&quot; type=&quot;autoshape&quot; autoShapeType=&quot;1&quot;&gt;&lt;paragraphformat alignment=&quot;3&quot; /&gt;&lt;font italic=&quot;1&quot; /&gt;&lt;/element&gt;&lt;/case&gt;&lt;case level=&quot;1&quot; selected=&quot;1&quot; break=&quot;1&quot; topMinSpacing=&quot;10&quot; topMaxSpacing=&quot;30&quot; bottomMinSpacing=&quot;0&quot; bottomMaxSpacing=&quot;0&quot;&gt;&lt;element field=&quot;topic&quot; type=&quot;autoshape&quot; autoShapeType=&quot;1&quot;&gt;&lt;paragraphformat alignment=&quot;1&quot; /&gt;&lt;font italic=&quot;1&quot; color=&quot;15&quot; /&gt;&lt;/element&gt;&lt;element field=&quot;responsible&quot; type=&quot;autoshape&quot; autoShapeType=&quot;1&quot;&gt;&lt;paragraphformat alignment=&quot;1&quot; /&gt;&lt;font italic=&quot;1&quot; color=&quot;15&quot; /&gt;&lt;/element&gt;&lt;element field=&quot;freecolumn&quot; type=&quot;autoshape&quot; autoShapeType=&quot;1&quot;&gt;&lt;paragraphformat alignment=&quot;1&quot; /&gt;&lt;font italic=&quot;1&quot; color=&quot;15&quot; /&gt;&lt;/element&gt;&lt;element field=&quot;timeslot&quot; type=&quot;autoshape&quot; autoShapeType=&quot;1&quot;&gt;&lt;paragraphformat alignment=&quot;1&quot; /&gt;&lt;font italic=&quot;1&quot; color=&quot;15&quot; /&gt;&lt;/element&gt;&lt;element field=&quot;pageno&quot; type=&quot;autoshape&quot; autoShapeType=&quot;1&quot;&gt;&lt;paragraphformat alignment=&quot;3&quot; /&gt;&lt;font italic=&quot;1&quot; color=&quot;15&quot; /&gt;&lt;/element&gt;&lt;/case&gt;&lt;case level=&quot;2&quot; selected=&quot;0&quot; break=&quot;1&quot; topMinSpacing=&quot;2&quot; topMaxSpacing=&quot;5&quot; bottomMinSpacing=&quot;0&quot; bottomMaxSpacing=&quot;0&quot;&gt;&lt;element field=&quot;topic&quot; type=&quot;autoshape&quot; autoShapeType=&quot;1&quot;&gt;&lt;bulletformat visible=&quot;1&quot; character=&quot;8226&quot; relativeSize=&quot;1&quot; font=&quot;Arial&quot; color=&quot;#b2b2b2&quot; /&gt;&lt;paragraphformat firstLineIndent=&quot;-0.675&quot; leftIndent=&quot;1.12*(level-1)&quot; alignment=&quot;1&quot; /&gt;&lt;font italic=&quot;1&quot; /&gt;&lt;/element&gt;&lt;element field=&quot;responsible&quot; type=&quot;autoshape&quot; autoShapeType=&quot;1&quot;&gt;&lt;paragraphformat alignment=&quot;1&quot; /&gt;&lt;font italic=&quot;1&quot; /&gt;&lt;/element&gt;&lt;element field=&quot;freecolumn&quot; type=&quot;autoshape&quot; autoShapeType=&quot;1&quot;&gt;&lt;paragraphformat alignment=&quot;1&quot; /&gt;&lt;font italic=&quot;1&quot; /&gt;&lt;/element&gt;&lt;element field=&quot;timeslot&quot; type=&quot;autoshape&quot; autoShapeType=&quot;1&quot;&gt;&lt;paragraphformat alignment=&quot;1&quot; /&gt;&lt;font italic=&quot;1&quot; /&gt;&lt;/element&gt;&lt;element field=&quot;pageno&quot; type=&quot;autoshape&quot; autoShapeType=&quot;1&quot;&gt;&lt;paragraphformat alignment=&quot;3&quot; /&gt;&lt;font italic=&quot;1&quot; /&gt;&lt;/element&gt;&lt;/case&gt;&lt;case level=&quot;2&quot; selected=&quot;1&quot; break=&quot;1&quot; topMinSpacing=&quot;2&quot; topMaxSpacing=&quot;5&quot; bottomMinSpacing=&quot;0&quot; bottomMaxSpacing=&quot;0&quot;&gt;&lt;element field=&quot;topic&quot; type=&quot;autoshape&quot; autoShapeType=&quot;1&quot;&gt;&lt;bulletformat visible=&quot;1&quot; character=&quot;8226&quot; relativeSize=&quot;1&quot; font=&quot;Arial&quot; color=&quot;15&quot; /&gt;&lt;paragraphformat firstLineIndent=&quot;-0.675&quot; leftIndent=&quot;1.12*(level-1)&quot; alignment=&quot;1&quot; /&gt;&lt;font italic=&quot;1&quot; color=&quot;15&quot; /&gt;&lt;/element&gt;&lt;element field=&quot;responsible&quot; type=&quot;autoshape&quot; autoShapeType=&quot;1&quot;&gt;&lt;paragraphformat alignment=&quot;1&quot; /&gt;&lt;font italic=&quot;1&quot; color=&quot;15&quot; /&gt;&lt;/element&gt;&lt;element field=&quot;freecolumn&quot; type=&quot;autoshape&quot; autoShapeType=&quot;1&quot;&gt;&lt;paragraphformat alignment=&quot;1&quot; /&gt;&lt;font italic=&quot;1&quot; color=&quot;15&quot; /&gt;&lt;/element&gt;&lt;element field=&quot;timeslot&quot; type=&quot;autoshape&quot; autoShapeType=&quot;1&quot;&gt;&lt;paragraphformat alignment=&quot;1&quot; /&gt;&lt;font italic=&quot;1&quot; color=&quot;15&quot; /&gt;&lt;/element&gt;&lt;element field=&quot;pageno&quot; type=&quot;autoshape&quot; autoShapeType=&quot;1&quot;&gt;&lt;paragraphformat alignment=&quot;3&quot; /&gt;&lt;font italic=&quot;1&quot; color=&quot;15&quot; /&gt;&lt;/element&gt;&lt;/case&gt;&lt;/cases&gt;&lt;/layout&gt;&lt;/layouts&gt;&lt;contents&gt;&lt;agenda name=&quot;New Agenda&quot; title=&quot;محتويات دليل الكفاءات الفنية&quot; subtitle=&quot;Agenda&quot; sizingModeId=&quot;1&quot; fontSize=&quot;45&quot; startTime=&quot;540&quot; timeFormatId=&quot;1&quot; startItemNo=&quot;1&quot; createSingleAgendaSlide=&quot;1&quot; createSeparatingSlides=&quot;1&quot; createBackupSlide=&quot;1&quot; fontSizeAuto=&quot;1&quot; layoutId=&quot;227_1&quot; hideSeparatingSlides=&quot;0&quot; createSections=&quot;0&quot; singleSlideId=&quot;d6ad6153-abab-4c8d-b1e9-dc61b7835986&quot; backupSlideId=&quot;2812c4bf-f07a-44ed-8724-a860c6bac1e6&quot;&gt;&lt;columns leftSpacing=&quot;0&quot; rightSpacing=&quot;0&quot;&gt;&lt;column field=&quot;itemno&quot; label=&quot;No.&quot; checked=&quot;0&quot; leftSpacing=&quot;0&quot; rightSpacing=&quot;0&quot; dock=&quot;1&quot; /&gt;&lt;column field=&quot;topic&quot; label=&quot;Topic&quot; leftSpacing=&quot;0&quot; rightDistribute=&quot;1&quot; dock=&quot;1&quot; rightSpacing=&quot;879.4192&quot; /&gt;&lt;column field=&quot;responsible&quot; label=&quot;Responsible&quot; visible=&quot;1&quot; checked=&quot;1&quot; leftSpacing=&quot;15&quot; rightDistribute=&quot;1&quot; dock=&quot;1&quot; rightSpacing=&quot;879.4192&quot; /&gt;&lt;column field=&quot;freecolumn&quot; label=&quot;&quot; visible=&quot;1&quot; checked=&quot;0&quot; leftSpacing=&quot;15&quot; rightDistribute=&quot;1&quot; dock=&quot;1&quot; /&gt;&lt;column field=&quot;timeslot&quot; label=&quot;Time Slot&quot; visible=&quot;1&quot; checked=&quot;0&quot; leftSpacing=&quot;15&quot; rightSpacing=&quot;0&quot; dock=&quot;2&quot; /&gt;&lt;column field=&quot;pageno&quot; label=&quot;Page No.&quot; visible=&quot;1&quot; checked=&quot;0&quot; leftSpacing=&quot;15&quot; rightSpacing=&quot;0&quot; dock=&quot;2&quot; /&gt;&lt;/columns&gt;&lt;items&gt;&lt;item duration=&quot;30&quot; id=&quot;598ce12c-4dfe-4554-9a06-48437d71306c&quot; parentId=&quot;&quot; level=&quot;1&quot; generateAgendaSlide=&quot;1&quot; showAgendaItem=&quot;1&quot; isBreak=&quot;0&quot; topic=&quot;المقدمة &quot; agendaSlideId=&quot;086df98f-316f-4bf5-bda9-15a66525cfe7&quot; /&gt;&lt;item duration=&quot;30&quot; id=&quot;d17be5eb-ede2-4c2c-9694-c293a950b6f1&quot; parentId=&quot;&quot; level=&quot;1&quot; generateAgendaSlide=&quot;1&quot; showAgendaItem=&quot;1&quot; isBreak=&quot;0&quot; topic=&quot;الكفاءات&quot; agendaSlideId=&quot;5dfbc6b0-8ae7-4a69-95a8-687e13c27a8f&quot; /&gt;&lt;item duration=&quot;30&quot; id=&quot;4ab8efbe-787e-4599-a88a-10bef99c58dd&quot; parentId=&quot;&quot; level=&quot;1&quot; generateAgendaSlide=&quot;1&quot; showAgendaItem=&quot;1&quot; isBreak=&quot;0&quot; topic=&quot;منهجية إعداد إطار كفاءات الدعم الفني &quot; agendaSlideId=&quot;57a5bb7a-ca88-4ac4-bfc8-3c99ee56cfdf&quot; /&gt;&lt;item duration=&quot;30&quot; id=&quot;15d98bf5-3295-4606-808c-a71e5934d5fa&quot; parentId=&quot;&quot; level=&quot;1&quot; generateAgendaSlide=&quot;1&quot; showAgendaItem=&quot;1&quot; isBreak=&quot;0&quot; topic=&quot;إعداد الكفاءات الفنية&quot; agendaSlideId=&quot;d57a29d1-b79d-4297-a58a-c339646c99ed&quot; /&gt;&lt;item duration=&quot;30&quot; id=&quot;04626c04-032d-4087-8c1c-5192826472ea&quot; parentId=&quot;&quot; level=&quot;1&quot; generateAgendaSlide=&quot;1&quot; showAgendaItem=&quot;1&quot; isBreak=&quot;0&quot; topic=&quot;تطبيق إطار الكفاءات &quot; agendaSlideId=&quot;3a8df918-9801-4ebc-83c5-30b1c7c24c18&quot; /&gt;&lt;item duration=&quot;30&quot; id=&quot;33453004-d5ba-4163-8077-c2c823f0a322&quot; parentId=&quot;&quot; level=&quot;1&quot; generateAgendaSlide=&quot;1&quot; showAgendaItem=&quot;1&quot; isBreak=&quot;0&quot; topic=&quot;حوكمة إطار الكفاءات&quot; agendaSlideId=&quot;ded059d1-8043-4243-8adc-ae8989cd7206&quot; /&gt;&lt;item duration=&quot;30&quot; id=&quot;c3bf141c-05e1-4624-a048-b1b7c384b6f3&quot; parentId=&quot;&quot; level=&quot;1&quot; generateAgendaSlide=&quot;1&quot; showAgendaItem=&quot;1&quot; isBreak=&quot;0&quot; topic=&quot;مكتبة الكفاءات&quot; agendaSlideId=&quot;857fe146-5a69-42e3-ba00-f22c5759a64d&quot; /&gt;&lt;item duration=&quot;30&quot; id=&quot;552d3512-bbb3-48c2-aa4d-a757d481fba4&quot; parentId=&quot;&quot; level=&quot;1&quot; generateAgendaSlide=&quot;1&quot; showAgendaItem=&quot;1&quot; isBreak=&quot;0&quot; topic=&quot;الشؤون القانونية&quot; agendaSlideId=&quot;24f655e9-1750-417c-845f-ec82fdc997c1&quot; /&gt;&lt;item duration=&quot;30&quot; id=&quot;6be33e50-f386-43c9-b2b8-991f79b878c8&quot; parentId=&quot;&quot; level=&quot;1&quot; generateAgendaSlide=&quot;1&quot; showAgendaItem=&quot;1&quot; isBreak=&quot;0&quot; topic=&quot;الموارد البشرية &quot; agendaSlideId=&quot;cc27dac1-8049-44db-971d-83bd2994c8db&quot; /&gt;&lt;item duration=&quot;30&quot; id=&quot;e8e76a04-60c3-42e7-9c68-2da12cf12517&quot; parentId=&quot;&quot; level=&quot;1&quot; generateAgendaSlide=&quot;1&quot; showAgendaItem=&quot;1&quot; isBreak=&quot;0&quot; topic=&quot;التدقيق الداخلي&quot; agendaSlideId=&quot;1e193026-2acb-4a64-9c51-b57a0acef7ce&quot; /&gt;&lt;item duration=&quot;30&quot; id=&quot;6df9c32c-82a1-4975-9b38-dcb7d046875c&quot; parentId=&quot;&quot; level=&quot;1&quot; generateAgendaSlide=&quot;1&quot; showAgendaItem=&quot;1&quot; isBreak=&quot;0&quot; topic=&quot;التخطيط والجودة&quot; agendaSlideId=&quot;81f7ac42-978d-40e4-8fca-1415bb28aeb6&quot; /&gt;&lt;item duration=&quot;30&quot; id=&quot;3d6d9cf8-74b5-49eb-b72e-0989a9f94940&quot; parentId=&quot;&quot; level=&quot;1&quot; generateAgendaSlide=&quot;1&quot; showAgendaItem=&quot;1&quot; isBreak=&quot;0&quot; topic=&quot;نظم المعلومات&quot; agendaSlideId=&quot;57a632fc-e8d9-4903-a7ca-05e15c147459&quot; /&gt;&lt;item duration=&quot;30&quot; id=&quot;459896b9-02db-49e8-8dc6-1b5c33dd2ef0&quot; parentId=&quot;&quot; level=&quot;1&quot; generateAgendaSlide=&quot;1&quot; showAgendaItem=&quot;1&quot; isBreak=&quot;0&quot; topic=&quot;التعاون الدولي&quot; agendaSlideId=&quot;c506bcdb-da93-41ca-9971-371ab96e3583&quot; /&gt;&lt;item duration=&quot;30&quot; id=&quot;5dc31b3d-c5a2-41e4-aef2-d07ab6c24671&quot; parentId=&quot;&quot; level=&quot;1&quot; generateAgendaSlide=&quot;1&quot; showAgendaItem=&quot;1&quot; isBreak=&quot;0&quot; topic=&quot;الشؤون المالية&quot; agendaSlideId=&quot;4e13e4e6-cee1-4a0b-ac3e-c5b84b16a461&quot; /&gt;&lt;item duration=&quot;30&quot; id=&quot;f26f2b95-cca6-4837-b185-a16883436ca1&quot; parentId=&quot;&quot; level=&quot;1&quot; generateAgendaSlide=&quot;1&quot; showAgendaItem=&quot;1&quot; isBreak=&quot;0&quot; topic=&quot;الخدمات الإدارية &quot; agendaSlideId=&quot;fb17447d-6cf6-442f-9b92-c7afd4fcdfde&quot; /&gt;&lt;item duration=&quot;30&quot; id=&quot;187563d8-f9c4-43ab-9904-a4267b1e28c2&quot; parentId=&quot;&quot; level=&quot;1&quot; generateAgendaSlide=&quot;1&quot; showAgendaItem=&quot;1&quot; isBreak=&quot;0&quot; topic=&quot;العلاقات العامة والاتصال&quot; agendaSlideId=&quot;30db8898-debd-4a41-8cdd-2fabb61cbec5&quot; /&gt;&lt;item duration=&quot;30&quot; id=&quot;4ccb835b-c620-4315-a1e7-31009aba59fb&quot; parentId=&quot;&quot; level=&quot;1&quot; generateAgendaSlide=&quot;1&quot; showAgendaItem=&quot;1&quot; isBreak=&quot;0&quot; topic=&quot;وظائف السكرتارية&quot; agendaSlideId=&quot;f4242c25-3175-453f-b1ca-eb11a627053e&quot; /&gt;&lt;/items&gt;&lt;/agenda&gt;&lt;/contents&gt;&lt;/ee4p&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_rels/theme2.xml.rels><?xml version="1.0" encoding="UTF-8" standalone="yes"?>
<Relationships xmlns="http://schemas.openxmlformats.org/package/2006/relationships"><Relationship Id="rId1" Type="http://schemas.openxmlformats.org/officeDocument/2006/relationships/image" Target="../media/image2.png"/></Relationships>
</file>

<file path=ppt/theme/theme1.xml><?xml version="1.0" encoding="utf-8"?>
<a:theme xmlns:a="http://schemas.openxmlformats.org/drawingml/2006/main" name="Civil Service and Government Development Bureau - State of Qatar Client Custom (Arabic) - 19030">
  <a:themeElements>
    <a:clrScheme name="Arabic">
      <a:dk1>
        <a:srgbClr val="000000"/>
      </a:dk1>
      <a:lt1>
        <a:srgbClr val="FFFFFF"/>
      </a:lt1>
      <a:dk2>
        <a:srgbClr val="8A1538"/>
      </a:dk2>
      <a:lt2>
        <a:srgbClr val="F2F2F2"/>
      </a:lt2>
      <a:accent1>
        <a:srgbClr val="3F091B"/>
      </a:accent1>
      <a:accent2>
        <a:srgbClr val="6A102C"/>
      </a:accent2>
      <a:accent3>
        <a:srgbClr val="FDF39E"/>
      </a:accent3>
      <a:accent4>
        <a:srgbClr val="90343D"/>
      </a:accent4>
      <a:accent5>
        <a:srgbClr val="A29475"/>
      </a:accent5>
      <a:accent6>
        <a:srgbClr val="009C80"/>
      </a:accent6>
      <a:hlink>
        <a:srgbClr val="0D4261"/>
      </a:hlink>
      <a:folHlink>
        <a:srgbClr val="4194B3"/>
      </a:folHlink>
    </a:clrScheme>
    <a:fontScheme name="Custom 1">
      <a:majorFont>
        <a:latin typeface="Calibri"/>
        <a:ea typeface=""/>
        <a:cs typeface="Calibri"/>
      </a:majorFont>
      <a:minorFont>
        <a:latin typeface="Calibri"/>
        <a:ea typeface=""/>
        <a:cs typeface="Calibri"/>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solidFill>
            <a:schemeClr val="tx2"/>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3200" dirty="0" smtClean="0">
            <a:latin typeface="Calibri" panose="020F0502020204030204" pitchFamily="34" charset="0"/>
            <a:cs typeface="Calibri" panose="020F0502020204030204" pitchFamily="34" charset="0"/>
            <a:sym typeface="Calibri" panose="020F050202020403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9A9A9A"/>
          </a:solidFill>
        </a:ln>
      </a:spPr>
      <a:bodyPr/>
      <a:lstStyle/>
      <a:style>
        <a:lnRef idx="1">
          <a:schemeClr val="accent1"/>
        </a:lnRef>
        <a:fillRef idx="0">
          <a:schemeClr val="accent1"/>
        </a:fillRef>
        <a:effectRef idx="0">
          <a:schemeClr val="accent1"/>
        </a:effectRef>
        <a:fontRef idx="minor">
          <a:schemeClr val="tx1"/>
        </a:fontRef>
      </a:style>
    </a:lnDef>
    <a:txDef>
      <a:spPr>
        <a:noFill/>
        <a:ln w="9525" cap="flat" cmpd="sng" algn="ctr">
          <a:noFill/>
          <a:prstDash val="solid"/>
          <a:round/>
          <a:headEnd type="none" w="med" len="med"/>
          <a:tailEnd type="none" w="med" len="med"/>
        </a:ln>
      </a:spPr>
      <a:bodyPr wrap="square" lIns="0" tIns="0" rIns="0" bIns="0" rtlCol="0" anchor="ctr">
        <a:noAutofit/>
      </a:bodyPr>
      <a:lstStyle>
        <a:defPPr algn="ctr">
          <a:lnSpc>
            <a:spcPct val="90000"/>
          </a:lnSpc>
          <a:spcAft>
            <a:spcPts val="600"/>
          </a:spcAft>
          <a:defRPr sz="3200" dirty="0">
            <a:latin typeface="Calibri" panose="020F0502020204030204" pitchFamily="34" charset="0"/>
            <a:cs typeface="Calibri" panose="020F0502020204030204" pitchFamily="34" charset="0"/>
            <a:sym typeface="Calibri" panose="020F0502020204030204" pitchFamily="34" charset="0"/>
          </a:defRPr>
        </a:defPPr>
      </a:lstStyle>
    </a:txDef>
  </a:objectDefaults>
  <a:extraClrSchemeLst/>
  <a:extLst>
    <a:ext uri="{05A4C25C-085E-4340-85A3-A5531E510DB2}">
      <thm15:themeFamily xmlns:thm15="http://schemas.microsoft.com/office/thememl/2012/main" name="Slide Names" id="{A05DF28A-C6B1-400B-9041-462988071977}" vid="{997914DD-2A2D-4BED-8046-24A1AE79E9B5}"/>
    </a:ext>
  </a:ext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Montserrat Semi Bold"/>
        <a:ea typeface="Montserrat Semi Bold"/>
        <a:cs typeface="Montserrat Semi Bold"/>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20000"/>
          </a:lnSpc>
          <a:spcBef>
            <a:spcPts val="0"/>
          </a:spcBef>
          <a:spcAft>
            <a:spcPts val="0"/>
          </a:spcAft>
          <a:buClrTx/>
          <a:buSzTx/>
          <a:buFontTx/>
          <a:buNone/>
          <a:tabLst/>
          <a:defRPr kumimoji="0" sz="3000" b="0" i="0" u="none" strike="noStrike" cap="none" spc="0" normalizeH="0" baseline="0">
            <a:ln>
              <a:noFill/>
            </a:ln>
            <a:solidFill>
              <a:srgbClr val="009193"/>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C9952FC5F8DA45983D8AB20CF49D77" ma:contentTypeVersion="15" ma:contentTypeDescription="Create a new document." ma:contentTypeScope="" ma:versionID="c5741ec3691b323b5ed6a692dfe64306">
  <xsd:schema xmlns:xsd="http://www.w3.org/2001/XMLSchema" xmlns:xs="http://www.w3.org/2001/XMLSchema" xmlns:p="http://schemas.microsoft.com/office/2006/metadata/properties" xmlns:ns3="5e62b36a-4098-469d-8f58-ec81a5923d52" xmlns:ns4="72c5f7b8-da36-4dfe-9830-b7c6f491f0e5" targetNamespace="http://schemas.microsoft.com/office/2006/metadata/properties" ma:root="true" ma:fieldsID="25d383e51c286aa3b3d84eefc2615e68" ns3:_="" ns4:_="">
    <xsd:import namespace="5e62b36a-4098-469d-8f58-ec81a5923d52"/>
    <xsd:import namespace="72c5f7b8-da36-4dfe-9830-b7c6f491f0e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_activity"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62b36a-4098-469d-8f58-ec81a5923d5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c5f7b8-da36-4dfe-9830-b7c6f491f0e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e62b36a-4098-469d-8f58-ec81a5923d52" xsi:nil="true"/>
  </documentManagement>
</p:properties>
</file>

<file path=customXml/itemProps1.xml><?xml version="1.0" encoding="utf-8"?>
<ds:datastoreItem xmlns:ds="http://schemas.openxmlformats.org/officeDocument/2006/customXml" ds:itemID="{29FB39B6-CC1D-4192-9851-324DBC3515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62b36a-4098-469d-8f58-ec81a5923d52"/>
    <ds:schemaRef ds:uri="72c5f7b8-da36-4dfe-9830-b7c6f491f0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F159935-6F06-41DC-9FEC-5F4A34BC23EC}">
  <ds:schemaRefs>
    <ds:schemaRef ds:uri="http://schemas.microsoft.com/sharepoint/v3/contenttype/forms"/>
  </ds:schemaRefs>
</ds:datastoreItem>
</file>

<file path=customXml/itemProps3.xml><?xml version="1.0" encoding="utf-8"?>
<ds:datastoreItem xmlns:ds="http://schemas.openxmlformats.org/officeDocument/2006/customXml" ds:itemID="{0BEEDD1F-FB3B-4548-9437-2C41100C17C6}">
  <ds:schemaRefs>
    <ds:schemaRef ds:uri="http://purl.org/dc/elements/1.1/"/>
    <ds:schemaRef ds:uri="http://purl.org/dc/terms/"/>
    <ds:schemaRef ds:uri="http://schemas.openxmlformats.org/package/2006/metadata/core-properties"/>
    <ds:schemaRef ds:uri="http://schemas.microsoft.com/office/2006/documentManagement/types"/>
    <ds:schemaRef ds:uri="http://schemas.microsoft.com/office/2006/metadata/properties"/>
    <ds:schemaRef ds:uri="http://schemas.microsoft.com/office/infopath/2007/PartnerControls"/>
    <ds:schemaRef ds:uri="72c5f7b8-da36-4dfe-9830-b7c6f491f0e5"/>
    <ds:schemaRef ds:uri="5e62b36a-4098-469d-8f58-ec81a5923d52"/>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56583</TotalTime>
  <Words>0</Words>
  <Application>Microsoft Office PowerPoint</Application>
  <PresentationFormat>Custom</PresentationFormat>
  <Paragraphs>0</Paragraphs>
  <Slides>0</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0</vt:i4>
      </vt:variant>
    </vt:vector>
  </HeadingPairs>
  <TitlesOfParts>
    <vt:vector size="6" baseType="lpstr">
      <vt:lpstr>Arial</vt:lpstr>
      <vt:lpstr>Calibri</vt:lpstr>
      <vt:lpstr>Sakkal Majalla</vt:lpstr>
      <vt:lpstr>Wingdings</vt:lpstr>
      <vt:lpstr>Civil Service and Government Development Bureau - State of Qatar Client Custom (Arabic) - 19030</vt:lpstr>
      <vt:lpstr>think-cell Slide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عنوان العرض التقديمي</dc:title>
  <dc:creator>Exequiel Theonnymir Manaois</dc:creator>
  <cp:lastModifiedBy>Alex Eid</cp:lastModifiedBy>
  <cp:revision>21</cp:revision>
  <cp:lastPrinted>1999-12-31T18:30:00Z</cp:lastPrinted>
  <dcterms:created xsi:type="dcterms:W3CDTF">2022-11-19T22:24:27Z</dcterms:created>
  <dcterms:modified xsi:type="dcterms:W3CDTF">2025-12-31T13:07:49Z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0x010100D2C9952FC5F8DA45983D8AB20CF49D77</vt:lpwstr>
  </property>
  <property fmtid="{D5CDD505-2E9C-101B-9397-08002B2CF9AE}" pid="3" name="MSIP_Label_b0d5c4f4-7a29-4385-b7a5-afbe2154ae6f_Enabled">
    <vt:lpwstr>true</vt:lpwstr>
  </property>
  <property fmtid="{D5CDD505-2E9C-101B-9397-08002B2CF9AE}" pid="4" name="MSIP_Label_b0d5c4f4-7a29-4385-b7a5-afbe2154ae6f_SetDate">
    <vt:lpwstr>2022-11-21T08:07:46Z</vt:lpwstr>
  </property>
  <property fmtid="{D5CDD505-2E9C-101B-9397-08002B2CF9AE}" pid="5" name="MSIP_Label_b0d5c4f4-7a29-4385-b7a5-afbe2154ae6f_Method">
    <vt:lpwstr>Standard</vt:lpwstr>
  </property>
  <property fmtid="{D5CDD505-2E9C-101B-9397-08002B2CF9AE}" pid="6" name="MSIP_Label_b0d5c4f4-7a29-4385-b7a5-afbe2154ae6f_Name">
    <vt:lpwstr>Confidential</vt:lpwstr>
  </property>
  <property fmtid="{D5CDD505-2E9C-101B-9397-08002B2CF9AE}" pid="7" name="MSIP_Label_b0d5c4f4-7a29-4385-b7a5-afbe2154ae6f_SiteId">
    <vt:lpwstr>2dfb2f0b-4d21-4268-9559-72926144c918</vt:lpwstr>
  </property>
  <property fmtid="{D5CDD505-2E9C-101B-9397-08002B2CF9AE}" pid="8" name="MSIP_Label_b0d5c4f4-7a29-4385-b7a5-afbe2154ae6f_ActionId">
    <vt:lpwstr>f0879e80-fe27-4b1b-b94a-7659c84d663a</vt:lpwstr>
  </property>
  <property fmtid="{D5CDD505-2E9C-101B-9397-08002B2CF9AE}" pid="9" name="MSIP_Label_b0d5c4f4-7a29-4385-b7a5-afbe2154ae6f_ContentBits">
    <vt:lpwstr>0</vt:lpwstr>
  </property>
  <property fmtid="{D5CDD505-2E9C-101B-9397-08002B2CF9AE}" pid="10" name="bcgClassification">
    <vt:lpwstr>bcgConfidential</vt:lpwstr>
  </property>
  <property fmtid="{D5CDD505-2E9C-101B-9397-08002B2CF9AE}" pid="11" name="MediaServiceImageTags">
    <vt:lpwstr/>
  </property>
  <property fmtid="{D5CDD505-2E9C-101B-9397-08002B2CF9AE}" pid="12" name="MSIP_Label_defa4170-0d19-0005-0002-bc88714345d2_Enabled">
    <vt:lpwstr>true</vt:lpwstr>
  </property>
  <property fmtid="{D5CDD505-2E9C-101B-9397-08002B2CF9AE}" pid="13" name="MSIP_Label_defa4170-0d19-0005-0002-bc88714345d2_SetDate">
    <vt:lpwstr>2025-12-31T07:20:54Z</vt:lpwstr>
  </property>
  <property fmtid="{D5CDD505-2E9C-101B-9397-08002B2CF9AE}" pid="14" name="MSIP_Label_defa4170-0d19-0005-0002-bc88714345d2_Method">
    <vt:lpwstr>Privileged</vt:lpwstr>
  </property>
  <property fmtid="{D5CDD505-2E9C-101B-9397-08002B2CF9AE}" pid="15" name="MSIP_Label_defa4170-0d19-0005-0002-bc88714345d2_Name">
    <vt:lpwstr>defa4170-0d19-0005-0002-bc88714345d2</vt:lpwstr>
  </property>
  <property fmtid="{D5CDD505-2E9C-101B-9397-08002B2CF9AE}" pid="16" name="MSIP_Label_defa4170-0d19-0005-0002-bc88714345d2_SiteId">
    <vt:lpwstr>f8732124-c5e2-4e51-9ce1-5530ffc7be54</vt:lpwstr>
  </property>
  <property fmtid="{D5CDD505-2E9C-101B-9397-08002B2CF9AE}" pid="17" name="MSIP_Label_defa4170-0d19-0005-0002-bc88714345d2_ActionId">
    <vt:lpwstr>a679adcf-0ba7-48f5-8109-87353ce4b44f</vt:lpwstr>
  </property>
  <property fmtid="{D5CDD505-2E9C-101B-9397-08002B2CF9AE}" pid="18" name="MSIP_Label_defa4170-0d19-0005-0002-bc88714345d2_ContentBits">
    <vt:lpwstr>0</vt:lpwstr>
  </property>
  <property fmtid="{D5CDD505-2E9C-101B-9397-08002B2CF9AE}" pid="19" name="MSIP_Label_defa4170-0d19-0005-0002-bc88714345d2_Tag">
    <vt:lpwstr>10, 0, 1, 1</vt:lpwstr>
  </property>
</Properties>
</file>